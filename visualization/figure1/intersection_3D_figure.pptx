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57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D2AD24-9E1D-45B1-92A2-600FE8B39D23}" v="96" dt="2024-12-11T21:12:47.9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369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gyao Jia" userId="5bdfd663-bea6-4556-8f75-ebbae3e057d5" providerId="ADAL" clId="{C2D2AD24-9E1D-45B1-92A2-600FE8B39D23}"/>
    <pc:docChg chg="undo custSel addSld delSld modSld sldOrd">
      <pc:chgData name="Tongyao Jia" userId="5bdfd663-bea6-4556-8f75-ebbae3e057d5" providerId="ADAL" clId="{C2D2AD24-9E1D-45B1-92A2-600FE8B39D23}" dt="2024-12-13T21:46:06.328" v="2293" actId="1076"/>
      <pc:docMkLst>
        <pc:docMk/>
      </pc:docMkLst>
      <pc:sldChg chg="addSp delSp modSp add del mod ord">
        <pc:chgData name="Tongyao Jia" userId="5bdfd663-bea6-4556-8f75-ebbae3e057d5" providerId="ADAL" clId="{C2D2AD24-9E1D-45B1-92A2-600FE8B39D23}" dt="2024-12-11T21:13:08.332" v="2292" actId="47"/>
        <pc:sldMkLst>
          <pc:docMk/>
          <pc:sldMk cId="1302082432" sldId="256"/>
        </pc:sldMkLst>
        <pc:spChg chg="add del">
          <ac:chgData name="Tongyao Jia" userId="5bdfd663-bea6-4556-8f75-ebbae3e057d5" providerId="ADAL" clId="{C2D2AD24-9E1D-45B1-92A2-600FE8B39D23}" dt="2024-11-20T20:03:07.456" v="1231" actId="22"/>
          <ac:spMkLst>
            <pc:docMk/>
            <pc:sldMk cId="1302082432" sldId="256"/>
            <ac:spMk id="3" creationId="{23505635-229B-71AD-8A81-B5208F2C6611}"/>
          </ac:spMkLst>
        </pc:spChg>
        <pc:spChg chg="add del mod">
          <ac:chgData name="Tongyao Jia" userId="5bdfd663-bea6-4556-8f75-ebbae3e057d5" providerId="ADAL" clId="{C2D2AD24-9E1D-45B1-92A2-600FE8B39D23}" dt="2024-11-13T20:28:38.848" v="633" actId="478"/>
          <ac:spMkLst>
            <pc:docMk/>
            <pc:sldMk cId="1302082432" sldId="256"/>
            <ac:spMk id="12" creationId="{F2F9D7DB-95C3-3E8A-DC98-708A7699C71E}"/>
          </ac:spMkLst>
        </pc:spChg>
        <pc:spChg chg="add del mod">
          <ac:chgData name="Tongyao Jia" userId="5bdfd663-bea6-4556-8f75-ebbae3e057d5" providerId="ADAL" clId="{C2D2AD24-9E1D-45B1-92A2-600FE8B39D23}" dt="2024-11-09T23:17:41.971" v="29" actId="478"/>
          <ac:spMkLst>
            <pc:docMk/>
            <pc:sldMk cId="1302082432" sldId="256"/>
            <ac:spMk id="13" creationId="{512A67BE-422E-13B1-0EAF-AB06183143C5}"/>
          </ac:spMkLst>
        </pc:spChg>
        <pc:spChg chg="add del mod">
          <ac:chgData name="Tongyao Jia" userId="5bdfd663-bea6-4556-8f75-ebbae3e057d5" providerId="ADAL" clId="{C2D2AD24-9E1D-45B1-92A2-600FE8B39D23}" dt="2024-11-20T20:43:44.816" v="1646" actId="478"/>
          <ac:spMkLst>
            <pc:docMk/>
            <pc:sldMk cId="1302082432" sldId="256"/>
            <ac:spMk id="14" creationId="{0F590929-E161-148C-25AF-54FA106349B4}"/>
          </ac:spMkLst>
        </pc:spChg>
        <pc:spChg chg="add del mod">
          <ac:chgData name="Tongyao Jia" userId="5bdfd663-bea6-4556-8f75-ebbae3e057d5" providerId="ADAL" clId="{C2D2AD24-9E1D-45B1-92A2-600FE8B39D23}" dt="2024-11-13T20:28:36.897" v="632" actId="478"/>
          <ac:spMkLst>
            <pc:docMk/>
            <pc:sldMk cId="1302082432" sldId="256"/>
            <ac:spMk id="14" creationId="{17ABE04A-77CB-4F71-A8D9-FB7ADD541BCF}"/>
          </ac:spMkLst>
        </pc:spChg>
        <pc:spChg chg="add del mod">
          <ac:chgData name="Tongyao Jia" userId="5bdfd663-bea6-4556-8f75-ebbae3e057d5" providerId="ADAL" clId="{C2D2AD24-9E1D-45B1-92A2-600FE8B39D23}" dt="2024-11-20T20:43:44.816" v="1646" actId="478"/>
          <ac:spMkLst>
            <pc:docMk/>
            <pc:sldMk cId="1302082432" sldId="256"/>
            <ac:spMk id="15" creationId="{1EF0BE37-CD8E-5C4B-7249-B221FC74FEBC}"/>
          </ac:spMkLst>
        </pc:spChg>
        <pc:spChg chg="add del mod">
          <ac:chgData name="Tongyao Jia" userId="5bdfd663-bea6-4556-8f75-ebbae3e057d5" providerId="ADAL" clId="{C2D2AD24-9E1D-45B1-92A2-600FE8B39D23}" dt="2024-11-20T20:43:44.816" v="1646" actId="478"/>
          <ac:spMkLst>
            <pc:docMk/>
            <pc:sldMk cId="1302082432" sldId="256"/>
            <ac:spMk id="16" creationId="{34FC868E-E0DD-BFAD-2F90-D2F7548F6BEE}"/>
          </ac:spMkLst>
        </pc:spChg>
        <pc:spChg chg="add mod">
          <ac:chgData name="Tongyao Jia" userId="5bdfd663-bea6-4556-8f75-ebbae3e057d5" providerId="ADAL" clId="{C2D2AD24-9E1D-45B1-92A2-600FE8B39D23}" dt="2024-11-25T20:28:40.819" v="1906" actId="1037"/>
          <ac:spMkLst>
            <pc:docMk/>
            <pc:sldMk cId="1302082432" sldId="256"/>
            <ac:spMk id="17" creationId="{DBA8B673-7B54-8D4D-0B60-B203A8847636}"/>
          </ac:spMkLst>
        </pc:spChg>
        <pc:spChg chg="add del">
          <ac:chgData name="Tongyao Jia" userId="5bdfd663-bea6-4556-8f75-ebbae3e057d5" providerId="ADAL" clId="{C2D2AD24-9E1D-45B1-92A2-600FE8B39D23}" dt="2024-11-13T19:43:59.519" v="243" actId="22"/>
          <ac:spMkLst>
            <pc:docMk/>
            <pc:sldMk cId="1302082432" sldId="256"/>
            <ac:spMk id="27" creationId="{137C5247-9914-00A2-901E-EC50C0E0DAA4}"/>
          </ac:spMkLst>
        </pc:spChg>
        <pc:spChg chg="add mod">
          <ac:chgData name="Tongyao Jia" userId="5bdfd663-bea6-4556-8f75-ebbae3e057d5" providerId="ADAL" clId="{C2D2AD24-9E1D-45B1-92A2-600FE8B39D23}" dt="2024-11-13T20:06:39.626" v="250" actId="14100"/>
          <ac:spMkLst>
            <pc:docMk/>
            <pc:sldMk cId="1302082432" sldId="256"/>
            <ac:spMk id="28" creationId="{4ED92DD7-78A7-4C3B-FCDF-3C43E3C06817}"/>
          </ac:spMkLst>
        </pc:spChg>
        <pc:spChg chg="add mod">
          <ac:chgData name="Tongyao Jia" userId="5bdfd663-bea6-4556-8f75-ebbae3e057d5" providerId="ADAL" clId="{C2D2AD24-9E1D-45B1-92A2-600FE8B39D23}" dt="2024-11-25T20:28:48.895" v="1908" actId="1038"/>
          <ac:spMkLst>
            <pc:docMk/>
            <pc:sldMk cId="1302082432" sldId="256"/>
            <ac:spMk id="40" creationId="{B0FEBAC3-D30E-E73A-54C9-9D4121BAF61A}"/>
          </ac:spMkLst>
        </pc:spChg>
        <pc:spChg chg="add mod">
          <ac:chgData name="Tongyao Jia" userId="5bdfd663-bea6-4556-8f75-ebbae3e057d5" providerId="ADAL" clId="{C2D2AD24-9E1D-45B1-92A2-600FE8B39D23}" dt="2024-11-25T20:28:29.071" v="1889" actId="1038"/>
          <ac:spMkLst>
            <pc:docMk/>
            <pc:sldMk cId="1302082432" sldId="256"/>
            <ac:spMk id="41" creationId="{A8D9E455-DB44-54B2-A57B-BE45AE64E85B}"/>
          </ac:spMkLst>
        </pc:spChg>
        <pc:spChg chg="add mod">
          <ac:chgData name="Tongyao Jia" userId="5bdfd663-bea6-4556-8f75-ebbae3e057d5" providerId="ADAL" clId="{C2D2AD24-9E1D-45B1-92A2-600FE8B39D23}" dt="2024-11-25T20:28:26.765" v="1887" actId="1038"/>
          <ac:spMkLst>
            <pc:docMk/>
            <pc:sldMk cId="1302082432" sldId="256"/>
            <ac:spMk id="42" creationId="{B7DEC366-13C1-D6E1-604D-72D64F5D7FB2}"/>
          </ac:spMkLst>
        </pc:spChg>
        <pc:spChg chg="add mod ord">
          <ac:chgData name="Tongyao Jia" userId="5bdfd663-bea6-4556-8f75-ebbae3e057d5" providerId="ADAL" clId="{C2D2AD24-9E1D-45B1-92A2-600FE8B39D23}" dt="2024-11-25T20:27:38.346" v="1850" actId="1037"/>
          <ac:spMkLst>
            <pc:docMk/>
            <pc:sldMk cId="1302082432" sldId="256"/>
            <ac:spMk id="43" creationId="{9367FB90-9843-03C0-0578-38DFC08F6C2C}"/>
          </ac:spMkLst>
        </pc:spChg>
        <pc:spChg chg="add del mod">
          <ac:chgData name="Tongyao Jia" userId="5bdfd663-bea6-4556-8f75-ebbae3e057d5" providerId="ADAL" clId="{C2D2AD24-9E1D-45B1-92A2-600FE8B39D23}" dt="2024-11-13T20:23:04.919" v="423" actId="478"/>
          <ac:spMkLst>
            <pc:docMk/>
            <pc:sldMk cId="1302082432" sldId="256"/>
            <ac:spMk id="45" creationId="{FF7AD71F-B335-7FA3-5E00-E271B032CBCD}"/>
          </ac:spMkLst>
        </pc:spChg>
        <pc:spChg chg="add mod">
          <ac:chgData name="Tongyao Jia" userId="5bdfd663-bea6-4556-8f75-ebbae3e057d5" providerId="ADAL" clId="{C2D2AD24-9E1D-45B1-92A2-600FE8B39D23}" dt="2024-11-25T20:30:18.094" v="1928" actId="1076"/>
          <ac:spMkLst>
            <pc:docMk/>
            <pc:sldMk cId="1302082432" sldId="256"/>
            <ac:spMk id="46" creationId="{30D14E40-EE0A-12E2-3684-23D49C6BB3A4}"/>
          </ac:spMkLst>
        </pc:spChg>
        <pc:spChg chg="add mod topLvl">
          <ac:chgData name="Tongyao Jia" userId="5bdfd663-bea6-4556-8f75-ebbae3e057d5" providerId="ADAL" clId="{C2D2AD24-9E1D-45B1-92A2-600FE8B39D23}" dt="2024-11-20T20:41:48.696" v="1632" actId="1037"/>
          <ac:spMkLst>
            <pc:docMk/>
            <pc:sldMk cId="1302082432" sldId="256"/>
            <ac:spMk id="49" creationId="{CA0E5F2D-CECA-B44F-DC06-75A0AF8259B5}"/>
          </ac:spMkLst>
        </pc:spChg>
        <pc:spChg chg="add mod topLvl">
          <ac:chgData name="Tongyao Jia" userId="5bdfd663-bea6-4556-8f75-ebbae3e057d5" providerId="ADAL" clId="{C2D2AD24-9E1D-45B1-92A2-600FE8B39D23}" dt="2024-11-20T20:50:06.148" v="1786" actId="1035"/>
          <ac:spMkLst>
            <pc:docMk/>
            <pc:sldMk cId="1302082432" sldId="256"/>
            <ac:spMk id="50" creationId="{B03071A2-6139-6AAD-D215-7638153BE420}"/>
          </ac:spMkLst>
        </pc:spChg>
        <pc:spChg chg="add del mod topLvl">
          <ac:chgData name="Tongyao Jia" userId="5bdfd663-bea6-4556-8f75-ebbae3e057d5" providerId="ADAL" clId="{C2D2AD24-9E1D-45B1-92A2-600FE8B39D23}" dt="2024-11-20T20:43:42.168" v="1645" actId="478"/>
          <ac:spMkLst>
            <pc:docMk/>
            <pc:sldMk cId="1302082432" sldId="256"/>
            <ac:spMk id="59" creationId="{8DC349BA-B510-65EA-6190-F272D6ACC78F}"/>
          </ac:spMkLst>
        </pc:spChg>
        <pc:spChg chg="add del mod topLvl">
          <ac:chgData name="Tongyao Jia" userId="5bdfd663-bea6-4556-8f75-ebbae3e057d5" providerId="ADAL" clId="{C2D2AD24-9E1D-45B1-92A2-600FE8B39D23}" dt="2024-11-20T20:31:53.003" v="1415" actId="478"/>
          <ac:spMkLst>
            <pc:docMk/>
            <pc:sldMk cId="1302082432" sldId="256"/>
            <ac:spMk id="60" creationId="{16A2D725-4AF4-8067-E874-3A8796CE3085}"/>
          </ac:spMkLst>
        </pc:spChg>
        <pc:spChg chg="add del mod topLvl">
          <ac:chgData name="Tongyao Jia" userId="5bdfd663-bea6-4556-8f75-ebbae3e057d5" providerId="ADAL" clId="{C2D2AD24-9E1D-45B1-92A2-600FE8B39D23}" dt="2024-11-20T20:31:56.794" v="1417" actId="478"/>
          <ac:spMkLst>
            <pc:docMk/>
            <pc:sldMk cId="1302082432" sldId="256"/>
            <ac:spMk id="61" creationId="{9B87B06D-1AE8-156E-AAB9-214E80484468}"/>
          </ac:spMkLst>
        </pc:spChg>
        <pc:spChg chg="add del mod topLvl">
          <ac:chgData name="Tongyao Jia" userId="5bdfd663-bea6-4556-8f75-ebbae3e057d5" providerId="ADAL" clId="{C2D2AD24-9E1D-45B1-92A2-600FE8B39D23}" dt="2024-11-20T20:31:57.328" v="1418" actId="478"/>
          <ac:spMkLst>
            <pc:docMk/>
            <pc:sldMk cId="1302082432" sldId="256"/>
            <ac:spMk id="62" creationId="{FD55CBFD-DDEA-83B0-A447-35C84253B221}"/>
          </ac:spMkLst>
        </pc:spChg>
        <pc:spChg chg="add del mod topLvl">
          <ac:chgData name="Tongyao Jia" userId="5bdfd663-bea6-4556-8f75-ebbae3e057d5" providerId="ADAL" clId="{C2D2AD24-9E1D-45B1-92A2-600FE8B39D23}" dt="2024-11-20T20:31:57.955" v="1419" actId="478"/>
          <ac:spMkLst>
            <pc:docMk/>
            <pc:sldMk cId="1302082432" sldId="256"/>
            <ac:spMk id="63" creationId="{A3DCEF84-0C8C-BD3C-D050-C995E9D5DACB}"/>
          </ac:spMkLst>
        </pc:spChg>
        <pc:spChg chg="add del mod ord">
          <ac:chgData name="Tongyao Jia" userId="5bdfd663-bea6-4556-8f75-ebbae3e057d5" providerId="ADAL" clId="{C2D2AD24-9E1D-45B1-92A2-600FE8B39D23}" dt="2024-11-13T20:43:06.929" v="971" actId="478"/>
          <ac:spMkLst>
            <pc:docMk/>
            <pc:sldMk cId="1302082432" sldId="256"/>
            <ac:spMk id="67" creationId="{922A9D23-1407-AE1D-9BD0-FE58FA952F3F}"/>
          </ac:spMkLst>
        </pc:spChg>
        <pc:spChg chg="add del mod">
          <ac:chgData name="Tongyao Jia" userId="5bdfd663-bea6-4556-8f75-ebbae3e057d5" providerId="ADAL" clId="{C2D2AD24-9E1D-45B1-92A2-600FE8B39D23}" dt="2024-11-13T20:40:36.362" v="941" actId="478"/>
          <ac:spMkLst>
            <pc:docMk/>
            <pc:sldMk cId="1302082432" sldId="256"/>
            <ac:spMk id="68" creationId="{62A57770-C5CB-5FE2-A21C-AC2D752E1AE3}"/>
          </ac:spMkLst>
        </pc:spChg>
        <pc:spChg chg="add mod topLvl">
          <ac:chgData name="Tongyao Jia" userId="5bdfd663-bea6-4556-8f75-ebbae3e057d5" providerId="ADAL" clId="{C2D2AD24-9E1D-45B1-92A2-600FE8B39D23}" dt="2024-11-25T20:30:07.773" v="1927" actId="1037"/>
          <ac:spMkLst>
            <pc:docMk/>
            <pc:sldMk cId="1302082432" sldId="256"/>
            <ac:spMk id="69" creationId="{9DD7EA07-3FBD-BB60-1D61-A353A13A9764}"/>
          </ac:spMkLst>
        </pc:spChg>
        <pc:spChg chg="add mod topLvl">
          <ac:chgData name="Tongyao Jia" userId="5bdfd663-bea6-4556-8f75-ebbae3e057d5" providerId="ADAL" clId="{C2D2AD24-9E1D-45B1-92A2-600FE8B39D23}" dt="2024-11-25T20:30:51.177" v="1935" actId="1037"/>
          <ac:spMkLst>
            <pc:docMk/>
            <pc:sldMk cId="1302082432" sldId="256"/>
            <ac:spMk id="70" creationId="{EF4BCC4B-84D3-4C2E-B9D1-BA0E223C735D}"/>
          </ac:spMkLst>
        </pc:spChg>
        <pc:spChg chg="add del mod ord topLvl">
          <ac:chgData name="Tongyao Jia" userId="5bdfd663-bea6-4556-8f75-ebbae3e057d5" providerId="ADAL" clId="{C2D2AD24-9E1D-45B1-92A2-600FE8B39D23}" dt="2024-11-13T20:51:50.059" v="1125" actId="478"/>
          <ac:spMkLst>
            <pc:docMk/>
            <pc:sldMk cId="1302082432" sldId="256"/>
            <ac:spMk id="72" creationId="{106AD0E1-724A-5A51-5D60-BEAE4503ED5B}"/>
          </ac:spMkLst>
        </pc:spChg>
        <pc:spChg chg="add del mod">
          <ac:chgData name="Tongyao Jia" userId="5bdfd663-bea6-4556-8f75-ebbae3e057d5" providerId="ADAL" clId="{C2D2AD24-9E1D-45B1-92A2-600FE8B39D23}" dt="2024-11-13T20:45:31.065" v="997" actId="478"/>
          <ac:spMkLst>
            <pc:docMk/>
            <pc:sldMk cId="1302082432" sldId="256"/>
            <ac:spMk id="74" creationId="{F40AE310-5A5D-E102-FD92-C544402891A0}"/>
          </ac:spMkLst>
        </pc:spChg>
        <pc:spChg chg="add del mod">
          <ac:chgData name="Tongyao Jia" userId="5bdfd663-bea6-4556-8f75-ebbae3e057d5" providerId="ADAL" clId="{C2D2AD24-9E1D-45B1-92A2-600FE8B39D23}" dt="2024-11-13T20:46:58.112" v="1013" actId="478"/>
          <ac:spMkLst>
            <pc:docMk/>
            <pc:sldMk cId="1302082432" sldId="256"/>
            <ac:spMk id="75" creationId="{0E23B66D-8718-370B-834C-3D61A4236467}"/>
          </ac:spMkLst>
        </pc:spChg>
        <pc:spChg chg="add del mod">
          <ac:chgData name="Tongyao Jia" userId="5bdfd663-bea6-4556-8f75-ebbae3e057d5" providerId="ADAL" clId="{C2D2AD24-9E1D-45B1-92A2-600FE8B39D23}" dt="2024-11-13T20:48:08.784" v="1032" actId="478"/>
          <ac:spMkLst>
            <pc:docMk/>
            <pc:sldMk cId="1302082432" sldId="256"/>
            <ac:spMk id="76" creationId="{B1F0FD69-A675-43BB-F2C0-458141DBDACD}"/>
          </ac:spMkLst>
        </pc:spChg>
        <pc:spChg chg="add mod">
          <ac:chgData name="Tongyao Jia" userId="5bdfd663-bea6-4556-8f75-ebbae3e057d5" providerId="ADAL" clId="{C2D2AD24-9E1D-45B1-92A2-600FE8B39D23}" dt="2024-11-25T20:31:56.668" v="1954" actId="14100"/>
          <ac:spMkLst>
            <pc:docMk/>
            <pc:sldMk cId="1302082432" sldId="256"/>
            <ac:spMk id="77" creationId="{A139359A-83A5-E1E0-C272-2B8638B7A41A}"/>
          </ac:spMkLst>
        </pc:spChg>
        <pc:spChg chg="add mod">
          <ac:chgData name="Tongyao Jia" userId="5bdfd663-bea6-4556-8f75-ebbae3e057d5" providerId="ADAL" clId="{C2D2AD24-9E1D-45B1-92A2-600FE8B39D23}" dt="2024-11-25T20:31:52.076" v="1953" actId="14100"/>
          <ac:spMkLst>
            <pc:docMk/>
            <pc:sldMk cId="1302082432" sldId="256"/>
            <ac:spMk id="78" creationId="{75181460-8D1C-EF08-C036-14D887A8AC7D}"/>
          </ac:spMkLst>
        </pc:spChg>
        <pc:spChg chg="add mod">
          <ac:chgData name="Tongyao Jia" userId="5bdfd663-bea6-4556-8f75-ebbae3e057d5" providerId="ADAL" clId="{C2D2AD24-9E1D-45B1-92A2-600FE8B39D23}" dt="2024-11-25T20:32:32.547" v="1961" actId="1076"/>
          <ac:spMkLst>
            <pc:docMk/>
            <pc:sldMk cId="1302082432" sldId="256"/>
            <ac:spMk id="79" creationId="{30420423-CBFB-03BD-93AB-D1A48D3AEADE}"/>
          </ac:spMkLst>
        </pc:spChg>
        <pc:spChg chg="add mod">
          <ac:chgData name="Tongyao Jia" userId="5bdfd663-bea6-4556-8f75-ebbae3e057d5" providerId="ADAL" clId="{C2D2AD24-9E1D-45B1-92A2-600FE8B39D23}" dt="2024-11-20T20:45:50.442" v="1664" actId="1076"/>
          <ac:spMkLst>
            <pc:docMk/>
            <pc:sldMk cId="1302082432" sldId="256"/>
            <ac:spMk id="81" creationId="{5CB918D9-8CB1-05E9-F4E1-357582F05157}"/>
          </ac:spMkLst>
        </pc:spChg>
        <pc:spChg chg="add mod">
          <ac:chgData name="Tongyao Jia" userId="5bdfd663-bea6-4556-8f75-ebbae3e057d5" providerId="ADAL" clId="{C2D2AD24-9E1D-45B1-92A2-600FE8B39D23}" dt="2024-11-20T20:43:36.272" v="1643" actId="1076"/>
          <ac:spMkLst>
            <pc:docMk/>
            <pc:sldMk cId="1302082432" sldId="256"/>
            <ac:spMk id="82" creationId="{39AA6E79-3A9A-FFCA-8A0C-413462CC3874}"/>
          </ac:spMkLst>
        </pc:spChg>
        <pc:grpChg chg="add mod ord">
          <ac:chgData name="Tongyao Jia" userId="5bdfd663-bea6-4556-8f75-ebbae3e057d5" providerId="ADAL" clId="{C2D2AD24-9E1D-45B1-92A2-600FE8B39D23}" dt="2024-11-25T20:29:39.400" v="1911" actId="1076"/>
          <ac:grpSpMkLst>
            <pc:docMk/>
            <pc:sldMk cId="1302082432" sldId="256"/>
            <ac:grpSpMk id="47" creationId="{7B77F30A-1BBA-D6F7-90BB-BDA39D64E3C5}"/>
          </ac:grpSpMkLst>
        </pc:grpChg>
        <pc:grpChg chg="add del mod ord topLvl">
          <ac:chgData name="Tongyao Jia" userId="5bdfd663-bea6-4556-8f75-ebbae3e057d5" providerId="ADAL" clId="{C2D2AD24-9E1D-45B1-92A2-600FE8B39D23}" dt="2024-11-20T20:52:14.759" v="1804" actId="164"/>
          <ac:grpSpMkLst>
            <pc:docMk/>
            <pc:sldMk cId="1302082432" sldId="256"/>
            <ac:grpSpMk id="71" creationId="{023CA55E-949B-2BAD-1938-D7B6C7B76584}"/>
          </ac:grpSpMkLst>
        </pc:grpChg>
        <pc:grpChg chg="add del mod">
          <ac:chgData name="Tongyao Jia" userId="5bdfd663-bea6-4556-8f75-ebbae3e057d5" providerId="ADAL" clId="{C2D2AD24-9E1D-45B1-92A2-600FE8B39D23}" dt="2024-11-13T20:44:51.209" v="991" actId="165"/>
          <ac:grpSpMkLst>
            <pc:docMk/>
            <pc:sldMk cId="1302082432" sldId="256"/>
            <ac:grpSpMk id="73" creationId="{38152885-A781-5592-7E1F-3E835C52862D}"/>
          </ac:grpSpMkLst>
        </pc:grpChg>
        <pc:grpChg chg="add mod ord">
          <ac:chgData name="Tongyao Jia" userId="5bdfd663-bea6-4556-8f75-ebbae3e057d5" providerId="ADAL" clId="{C2D2AD24-9E1D-45B1-92A2-600FE8B39D23}" dt="2024-11-25T20:32:04.161" v="1956" actId="1076"/>
          <ac:grpSpMkLst>
            <pc:docMk/>
            <pc:sldMk cId="1302082432" sldId="256"/>
            <ac:grpSpMk id="80" creationId="{47F00343-CC04-B51C-F708-36EA3DD6C456}"/>
          </ac:grpSpMkLst>
        </pc:grpChg>
        <pc:picChg chg="add mod">
          <ac:chgData name="Tongyao Jia" userId="5bdfd663-bea6-4556-8f75-ebbae3e057d5" providerId="ADAL" clId="{C2D2AD24-9E1D-45B1-92A2-600FE8B39D23}" dt="2024-12-09T21:03:17.796" v="2036" actId="1036"/>
          <ac:picMkLst>
            <pc:docMk/>
            <pc:sldMk cId="1302082432" sldId="256"/>
            <ac:picMk id="2" creationId="{2DC15ED0-EBE4-21C8-846A-E6848F683CE9}"/>
          </ac:picMkLst>
        </pc:picChg>
        <pc:picChg chg="add del mod modCrop">
          <ac:chgData name="Tongyao Jia" userId="5bdfd663-bea6-4556-8f75-ebbae3e057d5" providerId="ADAL" clId="{C2D2AD24-9E1D-45B1-92A2-600FE8B39D23}" dt="2024-11-13T20:20:48.843" v="273" actId="478"/>
          <ac:picMkLst>
            <pc:docMk/>
            <pc:sldMk cId="1302082432" sldId="256"/>
            <ac:picMk id="3" creationId="{1610EFCF-0BCF-FB5E-D936-18F0A0CF6A68}"/>
          </ac:picMkLst>
        </pc:picChg>
        <pc:picChg chg="add del mod modCrop">
          <ac:chgData name="Tongyao Jia" userId="5bdfd663-bea6-4556-8f75-ebbae3e057d5" providerId="ADAL" clId="{C2D2AD24-9E1D-45B1-92A2-600FE8B39D23}" dt="2024-12-09T20:20:58.931" v="1980" actId="478"/>
          <ac:picMkLst>
            <pc:docMk/>
            <pc:sldMk cId="1302082432" sldId="256"/>
            <ac:picMk id="3" creationId="{ACB101FD-EC83-F911-E7CE-8C94370B086E}"/>
          </ac:picMkLst>
        </pc:picChg>
        <pc:picChg chg="add mod">
          <ac:chgData name="Tongyao Jia" userId="5bdfd663-bea6-4556-8f75-ebbae3e057d5" providerId="ADAL" clId="{C2D2AD24-9E1D-45B1-92A2-600FE8B39D23}" dt="2024-12-09T20:57:09.797" v="1991" actId="1076"/>
          <ac:picMkLst>
            <pc:docMk/>
            <pc:sldMk cId="1302082432" sldId="256"/>
            <ac:picMk id="3" creationId="{F3B8DEF5-BAE5-D070-1288-064A1C060CC7}"/>
          </ac:picMkLst>
        </pc:picChg>
        <pc:picChg chg="add mod ord">
          <ac:chgData name="Tongyao Jia" userId="5bdfd663-bea6-4556-8f75-ebbae3e057d5" providerId="ADAL" clId="{C2D2AD24-9E1D-45B1-92A2-600FE8B39D23}" dt="2024-11-25T20:34:22.233" v="1966" actId="688"/>
          <ac:picMkLst>
            <pc:docMk/>
            <pc:sldMk cId="1302082432" sldId="256"/>
            <ac:picMk id="4" creationId="{7B1ECDF8-1738-A256-0B32-974E43E0AF5D}"/>
          </ac:picMkLst>
        </pc:picChg>
        <pc:picChg chg="add mod ord">
          <ac:chgData name="Tongyao Jia" userId="5bdfd663-bea6-4556-8f75-ebbae3e057d5" providerId="ADAL" clId="{C2D2AD24-9E1D-45B1-92A2-600FE8B39D23}" dt="2024-11-25T20:34:05.166" v="1962" actId="688"/>
          <ac:picMkLst>
            <pc:docMk/>
            <pc:sldMk cId="1302082432" sldId="256"/>
            <ac:picMk id="5" creationId="{09030F2D-867D-400E-ADCB-EFA340BD198D}"/>
          </ac:picMkLst>
        </pc:picChg>
        <pc:picChg chg="add del mod modCrop">
          <ac:chgData name="Tongyao Jia" userId="5bdfd663-bea6-4556-8f75-ebbae3e057d5" providerId="ADAL" clId="{C2D2AD24-9E1D-45B1-92A2-600FE8B39D23}" dt="2024-12-09T21:02:14.817" v="2007" actId="478"/>
          <ac:picMkLst>
            <pc:docMk/>
            <pc:sldMk cId="1302082432" sldId="256"/>
            <ac:picMk id="8" creationId="{67D0D993-8264-C054-4B8A-0AA2310E8A27}"/>
          </ac:picMkLst>
        </pc:picChg>
        <pc:picChg chg="del mod">
          <ac:chgData name="Tongyao Jia" userId="5bdfd663-bea6-4556-8f75-ebbae3e057d5" providerId="ADAL" clId="{C2D2AD24-9E1D-45B1-92A2-600FE8B39D23}" dt="2024-11-13T20:20:49.576" v="274" actId="478"/>
          <ac:picMkLst>
            <pc:docMk/>
            <pc:sldMk cId="1302082432" sldId="256"/>
            <ac:picMk id="8" creationId="{AC59C27A-7419-DB1E-DA26-8668E3CA80E1}"/>
          </ac:picMkLst>
        </pc:picChg>
        <pc:picChg chg="add del mod">
          <ac:chgData name="Tongyao Jia" userId="5bdfd663-bea6-4556-8f75-ebbae3e057d5" providerId="ADAL" clId="{C2D2AD24-9E1D-45B1-92A2-600FE8B39D23}" dt="2024-12-09T21:02:29.459" v="2010" actId="478"/>
          <ac:picMkLst>
            <pc:docMk/>
            <pc:sldMk cId="1302082432" sldId="256"/>
            <ac:picMk id="10" creationId="{326778E4-D77B-25A5-192F-A4E45F246793}"/>
          </ac:picMkLst>
        </pc:picChg>
        <pc:picChg chg="add del mod ord modCrop">
          <ac:chgData name="Tongyao Jia" userId="5bdfd663-bea6-4556-8f75-ebbae3e057d5" providerId="ADAL" clId="{C2D2AD24-9E1D-45B1-92A2-600FE8B39D23}" dt="2024-11-13T19:24:17.903" v="59" actId="478"/>
          <ac:picMkLst>
            <pc:docMk/>
            <pc:sldMk cId="1302082432" sldId="256"/>
            <ac:picMk id="11" creationId="{E6AE8D15-79BA-4E26-0EDA-F37AC5F7BEC9}"/>
          </ac:picMkLst>
        </pc:picChg>
        <pc:picChg chg="add mod">
          <ac:chgData name="Tongyao Jia" userId="5bdfd663-bea6-4556-8f75-ebbae3e057d5" providerId="ADAL" clId="{C2D2AD24-9E1D-45B1-92A2-600FE8B39D23}" dt="2024-12-09T21:02:33.020" v="2012" actId="1076"/>
          <ac:picMkLst>
            <pc:docMk/>
            <pc:sldMk cId="1302082432" sldId="256"/>
            <ac:picMk id="11" creationId="{FB286685-57E3-517D-ECFF-5AB9D2E97C78}"/>
          </ac:picMkLst>
        </pc:picChg>
        <pc:picChg chg="add mod">
          <ac:chgData name="Tongyao Jia" userId="5bdfd663-bea6-4556-8f75-ebbae3e057d5" providerId="ADAL" clId="{C2D2AD24-9E1D-45B1-92A2-600FE8B39D23}" dt="2024-12-09T21:03:53.226" v="2088" actId="688"/>
          <ac:picMkLst>
            <pc:docMk/>
            <pc:sldMk cId="1302082432" sldId="256"/>
            <ac:picMk id="12" creationId="{75580673-B01E-0216-4700-0B8BDBF73200}"/>
          </ac:picMkLst>
        </pc:picChg>
        <pc:picChg chg="add del mod">
          <ac:chgData name="Tongyao Jia" userId="5bdfd663-bea6-4556-8f75-ebbae3e057d5" providerId="ADAL" clId="{C2D2AD24-9E1D-45B1-92A2-600FE8B39D23}" dt="2024-11-13T19:28:55.704" v="147" actId="478"/>
          <ac:picMkLst>
            <pc:docMk/>
            <pc:sldMk cId="1302082432" sldId="256"/>
            <ac:picMk id="16" creationId="{DEBC5BDC-22E7-28C4-7252-1D026B62FA33}"/>
          </ac:picMkLst>
        </pc:picChg>
        <pc:picChg chg="add del mod">
          <ac:chgData name="Tongyao Jia" userId="5bdfd663-bea6-4556-8f75-ebbae3e057d5" providerId="ADAL" clId="{C2D2AD24-9E1D-45B1-92A2-600FE8B39D23}" dt="2024-11-13T19:28:56.586" v="148" actId="478"/>
          <ac:picMkLst>
            <pc:docMk/>
            <pc:sldMk cId="1302082432" sldId="256"/>
            <ac:picMk id="17" creationId="{5042BCC1-8505-7B5A-DBD6-4532B547C7AC}"/>
          </ac:picMkLst>
        </pc:picChg>
        <pc:picChg chg="add del mod">
          <ac:chgData name="Tongyao Jia" userId="5bdfd663-bea6-4556-8f75-ebbae3e057d5" providerId="ADAL" clId="{C2D2AD24-9E1D-45B1-92A2-600FE8B39D23}" dt="2024-11-20T20:36:20.385" v="1481" actId="478"/>
          <ac:picMkLst>
            <pc:docMk/>
            <pc:sldMk cId="1302082432" sldId="256"/>
            <ac:picMk id="21" creationId="{1A8753B6-8D96-E1FB-D5BC-309A13FA8D5F}"/>
          </ac:picMkLst>
        </pc:picChg>
        <pc:picChg chg="add del mod">
          <ac:chgData name="Tongyao Jia" userId="5bdfd663-bea6-4556-8f75-ebbae3e057d5" providerId="ADAL" clId="{C2D2AD24-9E1D-45B1-92A2-600FE8B39D23}" dt="2024-11-13T20:20:48.167" v="272" actId="478"/>
          <ac:picMkLst>
            <pc:docMk/>
            <pc:sldMk cId="1302082432" sldId="256"/>
            <ac:picMk id="21" creationId="{782FBF3F-4A7A-7C0C-B832-DA2DD6D2DE30}"/>
          </ac:picMkLst>
        </pc:picChg>
        <pc:picChg chg="add mod modCrop">
          <ac:chgData name="Tongyao Jia" userId="5bdfd663-bea6-4556-8f75-ebbae3e057d5" providerId="ADAL" clId="{C2D2AD24-9E1D-45B1-92A2-600FE8B39D23}" dt="2024-11-20T20:39:28.705" v="1544" actId="1076"/>
          <ac:picMkLst>
            <pc:docMk/>
            <pc:sldMk cId="1302082432" sldId="256"/>
            <ac:picMk id="23" creationId="{730B454F-F57B-18B2-6033-9808D9CCCD60}"/>
          </ac:picMkLst>
        </pc:picChg>
        <pc:picChg chg="add mod ord modCrop">
          <ac:chgData name="Tongyao Jia" userId="5bdfd663-bea6-4556-8f75-ebbae3e057d5" providerId="ADAL" clId="{C2D2AD24-9E1D-45B1-92A2-600FE8B39D23}" dt="2024-11-25T20:26:35.249" v="1822" actId="1036"/>
          <ac:picMkLst>
            <pc:docMk/>
            <pc:sldMk cId="1302082432" sldId="256"/>
            <ac:picMk id="24" creationId="{075AF0D3-4A2A-15F4-AC9E-CEBBC2088AE8}"/>
          </ac:picMkLst>
        </pc:picChg>
        <pc:picChg chg="add del mod">
          <ac:chgData name="Tongyao Jia" userId="5bdfd663-bea6-4556-8f75-ebbae3e057d5" providerId="ADAL" clId="{C2D2AD24-9E1D-45B1-92A2-600FE8B39D23}" dt="2024-11-13T20:13:31.219" v="266" actId="478"/>
          <ac:picMkLst>
            <pc:docMk/>
            <pc:sldMk cId="1302082432" sldId="256"/>
            <ac:picMk id="30" creationId="{8B7994B7-C7CA-1375-7047-1AB9BD309EE4}"/>
          </ac:picMkLst>
        </pc:picChg>
        <pc:picChg chg="add del mod">
          <ac:chgData name="Tongyao Jia" userId="5bdfd663-bea6-4556-8f75-ebbae3e057d5" providerId="ADAL" clId="{C2D2AD24-9E1D-45B1-92A2-600FE8B39D23}" dt="2024-11-13T20:13:30.308" v="265" actId="478"/>
          <ac:picMkLst>
            <pc:docMk/>
            <pc:sldMk cId="1302082432" sldId="256"/>
            <ac:picMk id="31" creationId="{F0B5134A-6A5E-53A2-A732-D890C2E7F6F6}"/>
          </ac:picMkLst>
        </pc:picChg>
        <pc:picChg chg="add del mod modCrop">
          <ac:chgData name="Tongyao Jia" userId="5bdfd663-bea6-4556-8f75-ebbae3e057d5" providerId="ADAL" clId="{C2D2AD24-9E1D-45B1-92A2-600FE8B39D23}" dt="2024-11-13T20:13:29.736" v="264" actId="478"/>
          <ac:picMkLst>
            <pc:docMk/>
            <pc:sldMk cId="1302082432" sldId="256"/>
            <ac:picMk id="32" creationId="{9A5611E2-0EC9-36F2-2AEF-EC6AA51ACD45}"/>
          </ac:picMkLst>
        </pc:picChg>
        <pc:picChg chg="add del mod">
          <ac:chgData name="Tongyao Jia" userId="5bdfd663-bea6-4556-8f75-ebbae3e057d5" providerId="ADAL" clId="{C2D2AD24-9E1D-45B1-92A2-600FE8B39D23}" dt="2024-11-13T20:13:40.469" v="271" actId="478"/>
          <ac:picMkLst>
            <pc:docMk/>
            <pc:sldMk cId="1302082432" sldId="256"/>
            <ac:picMk id="34" creationId="{EE406BD2-286F-DD32-107C-37086ACFFDDE}"/>
          </ac:picMkLst>
        </pc:picChg>
        <pc:picChg chg="add del mod ord topLvl modCrop">
          <ac:chgData name="Tongyao Jia" userId="5bdfd663-bea6-4556-8f75-ebbae3e057d5" providerId="ADAL" clId="{C2D2AD24-9E1D-45B1-92A2-600FE8B39D23}" dt="2024-11-20T20:38:04.294" v="1500" actId="478"/>
          <ac:picMkLst>
            <pc:docMk/>
            <pc:sldMk cId="1302082432" sldId="256"/>
            <ac:picMk id="36" creationId="{120EE0E0-C5BC-BD5A-837B-1BF7D111D97B}"/>
          </ac:picMkLst>
        </pc:picChg>
        <pc:picChg chg="add del mod ord topLvl modCrop">
          <ac:chgData name="Tongyao Jia" userId="5bdfd663-bea6-4556-8f75-ebbae3e057d5" providerId="ADAL" clId="{C2D2AD24-9E1D-45B1-92A2-600FE8B39D23}" dt="2024-11-20T20:26:53.259" v="1332" actId="478"/>
          <ac:picMkLst>
            <pc:docMk/>
            <pc:sldMk cId="1302082432" sldId="256"/>
            <ac:picMk id="37" creationId="{181E5482-8B59-2ECF-539C-A51DBC33D3BA}"/>
          </ac:picMkLst>
        </pc:picChg>
        <pc:picChg chg="add del mod topLvl modCrop">
          <ac:chgData name="Tongyao Jia" userId="5bdfd663-bea6-4556-8f75-ebbae3e057d5" providerId="ADAL" clId="{C2D2AD24-9E1D-45B1-92A2-600FE8B39D23}" dt="2024-11-20T20:38:45.277" v="1521" actId="478"/>
          <ac:picMkLst>
            <pc:docMk/>
            <pc:sldMk cId="1302082432" sldId="256"/>
            <ac:picMk id="38" creationId="{01BA1D74-80E4-33B6-29AB-BE8425A2E844}"/>
          </ac:picMkLst>
        </pc:picChg>
        <pc:picChg chg="add del mod ord topLvl">
          <ac:chgData name="Tongyao Jia" userId="5bdfd663-bea6-4556-8f75-ebbae3e057d5" providerId="ADAL" clId="{C2D2AD24-9E1D-45B1-92A2-600FE8B39D23}" dt="2024-11-20T20:26:45.216" v="1329" actId="478"/>
          <ac:picMkLst>
            <pc:docMk/>
            <pc:sldMk cId="1302082432" sldId="256"/>
            <ac:picMk id="58" creationId="{F420968C-63CC-1872-1C4F-4DBD39C5F5D0}"/>
          </ac:picMkLst>
        </pc:picChg>
        <pc:cxnChg chg="del">
          <ac:chgData name="Tongyao Jia" userId="5bdfd663-bea6-4556-8f75-ebbae3e057d5" providerId="ADAL" clId="{C2D2AD24-9E1D-45B1-92A2-600FE8B39D23}" dt="2024-11-13T19:27:56.525" v="92" actId="478"/>
          <ac:cxnSpMkLst>
            <pc:docMk/>
            <pc:sldMk cId="1302082432" sldId="256"/>
            <ac:cxnSpMk id="5" creationId="{13BD1A70-78A2-C9CB-DAA1-60F82D5AD5A7}"/>
          </ac:cxnSpMkLst>
        </pc:cxnChg>
        <pc:cxnChg chg="mod topLvl">
          <ac:chgData name="Tongyao Jia" userId="5bdfd663-bea6-4556-8f75-ebbae3e057d5" providerId="ADAL" clId="{C2D2AD24-9E1D-45B1-92A2-600FE8B39D23}" dt="2024-11-20T20:40:23.306" v="1561" actId="1038"/>
          <ac:cxnSpMkLst>
            <pc:docMk/>
            <pc:sldMk cId="1302082432" sldId="256"/>
            <ac:cxnSpMk id="6" creationId="{5900B613-E00D-28BA-7E53-8C6F3F31934B}"/>
          </ac:cxnSpMkLst>
        </pc:cxnChg>
        <pc:cxnChg chg="add del mod">
          <ac:chgData name="Tongyao Jia" userId="5bdfd663-bea6-4556-8f75-ebbae3e057d5" providerId="ADAL" clId="{C2D2AD24-9E1D-45B1-92A2-600FE8B39D23}" dt="2024-11-20T20:40:28.353" v="1563" actId="478"/>
          <ac:cxnSpMkLst>
            <pc:docMk/>
            <pc:sldMk cId="1302082432" sldId="256"/>
            <ac:cxnSpMk id="8" creationId="{A0A91D91-B86F-8191-5660-FEEFFE704DEA}"/>
          </ac:cxnSpMkLst>
        </pc:cxnChg>
        <pc:cxnChg chg="mod topLvl">
          <ac:chgData name="Tongyao Jia" userId="5bdfd663-bea6-4556-8f75-ebbae3e057d5" providerId="ADAL" clId="{C2D2AD24-9E1D-45B1-92A2-600FE8B39D23}" dt="2024-11-20T20:41:11.417" v="1575" actId="1036"/>
          <ac:cxnSpMkLst>
            <pc:docMk/>
            <pc:sldMk cId="1302082432" sldId="256"/>
            <ac:cxnSpMk id="9" creationId="{1FA70C73-5692-6FD7-E526-0E1EB740A9F4}"/>
          </ac:cxnSpMkLst>
        </pc:cxnChg>
        <pc:cxnChg chg="add del mod">
          <ac:chgData name="Tongyao Jia" userId="5bdfd663-bea6-4556-8f75-ebbae3e057d5" providerId="ADAL" clId="{C2D2AD24-9E1D-45B1-92A2-600FE8B39D23}" dt="2024-11-13T20:22:24.857" v="366" actId="478"/>
          <ac:cxnSpMkLst>
            <pc:docMk/>
            <pc:sldMk cId="1302082432" sldId="256"/>
            <ac:cxnSpMk id="19" creationId="{97D1C8F5-C5B5-8975-944C-0ADAE39C39FC}"/>
          </ac:cxnSpMkLst>
        </pc:cxnChg>
        <pc:cxnChg chg="add mod">
          <ac:chgData name="Tongyao Jia" userId="5bdfd663-bea6-4556-8f75-ebbae3e057d5" providerId="ADAL" clId="{C2D2AD24-9E1D-45B1-92A2-600FE8B39D23}" dt="2024-11-20T20:41:06.130" v="1569" actId="1076"/>
          <ac:cxnSpMkLst>
            <pc:docMk/>
            <pc:sldMk cId="1302082432" sldId="256"/>
            <ac:cxnSpMk id="28" creationId="{7EC8C3A4-FEE6-25F9-7BF7-0FE1E3614B7A}"/>
          </ac:cxnSpMkLst>
        </pc:cxnChg>
        <pc:cxnChg chg="add del mod topLvl">
          <ac:chgData name="Tongyao Jia" userId="5bdfd663-bea6-4556-8f75-ebbae3e057d5" providerId="ADAL" clId="{C2D2AD24-9E1D-45B1-92A2-600FE8B39D23}" dt="2024-11-20T20:27:11.821" v="1339" actId="478"/>
          <ac:cxnSpMkLst>
            <pc:docMk/>
            <pc:sldMk cId="1302082432" sldId="256"/>
            <ac:cxnSpMk id="44" creationId="{B2210283-A3E2-E45A-F6FF-3F4E793B1320}"/>
          </ac:cxnSpMkLst>
        </pc:cxnChg>
        <pc:cxnChg chg="add mod ord topLvl">
          <ac:chgData name="Tongyao Jia" userId="5bdfd663-bea6-4556-8f75-ebbae3e057d5" providerId="ADAL" clId="{C2D2AD24-9E1D-45B1-92A2-600FE8B39D23}" dt="2024-11-25T20:29:09.931" v="1909" actId="166"/>
          <ac:cxnSpMkLst>
            <pc:docMk/>
            <pc:sldMk cId="1302082432" sldId="256"/>
            <ac:cxnSpMk id="52" creationId="{3D7A89EF-C36B-FFA0-970C-FE85CD8C2D40}"/>
          </ac:cxnSpMkLst>
        </pc:cxnChg>
        <pc:cxnChg chg="add mod ord topLvl">
          <ac:chgData name="Tongyao Jia" userId="5bdfd663-bea6-4556-8f75-ebbae3e057d5" providerId="ADAL" clId="{C2D2AD24-9E1D-45B1-92A2-600FE8B39D23}" dt="2024-11-25T20:34:19.634" v="1965" actId="1076"/>
          <ac:cxnSpMkLst>
            <pc:docMk/>
            <pc:sldMk cId="1302082432" sldId="256"/>
            <ac:cxnSpMk id="54" creationId="{EA9B2380-79E2-ADEA-47DD-067E9D25CA2D}"/>
          </ac:cxnSpMkLst>
        </pc:cxnChg>
      </pc:sldChg>
      <pc:sldChg chg="addSp delSp modSp add mod ord">
        <pc:chgData name="Tongyao Jia" userId="5bdfd663-bea6-4556-8f75-ebbae3e057d5" providerId="ADAL" clId="{C2D2AD24-9E1D-45B1-92A2-600FE8B39D23}" dt="2024-12-11T21:13:06.587" v="2291"/>
        <pc:sldMkLst>
          <pc:docMk/>
          <pc:sldMk cId="410657423" sldId="257"/>
        </pc:sldMkLst>
        <pc:picChg chg="add mod">
          <ac:chgData name="Tongyao Jia" userId="5bdfd663-bea6-4556-8f75-ebbae3e057d5" providerId="ADAL" clId="{C2D2AD24-9E1D-45B1-92A2-600FE8B39D23}" dt="2024-12-09T20:56:50.982" v="1984"/>
          <ac:picMkLst>
            <pc:docMk/>
            <pc:sldMk cId="410657423" sldId="257"/>
            <ac:picMk id="2" creationId="{2C5CE647-C8EE-25D5-10AD-286E73B9B765}"/>
          </ac:picMkLst>
        </pc:picChg>
        <pc:picChg chg="add mod modCrop">
          <ac:chgData name="Tongyao Jia" userId="5bdfd663-bea6-4556-8f75-ebbae3e057d5" providerId="ADAL" clId="{C2D2AD24-9E1D-45B1-92A2-600FE8B39D23}" dt="2024-11-20T20:22:11.080" v="1256" actId="1076"/>
          <ac:picMkLst>
            <pc:docMk/>
            <pc:sldMk cId="410657423" sldId="257"/>
            <ac:picMk id="3" creationId="{F0438E69-22E0-27FD-07F8-876ACEB4D0D5}"/>
          </ac:picMkLst>
        </pc:picChg>
        <pc:picChg chg="add del mod">
          <ac:chgData name="Tongyao Jia" userId="5bdfd663-bea6-4556-8f75-ebbae3e057d5" providerId="ADAL" clId="{C2D2AD24-9E1D-45B1-92A2-600FE8B39D23}" dt="2024-11-20T20:21:28.167" v="1241" actId="478"/>
          <ac:picMkLst>
            <pc:docMk/>
            <pc:sldMk cId="410657423" sldId="257"/>
            <ac:picMk id="4" creationId="{6A6534C4-E345-40CD-3E1A-52CA7F09C601}"/>
          </ac:picMkLst>
        </pc:picChg>
        <pc:picChg chg="add del mod">
          <ac:chgData name="Tongyao Jia" userId="5bdfd663-bea6-4556-8f75-ebbae3e057d5" providerId="ADAL" clId="{C2D2AD24-9E1D-45B1-92A2-600FE8B39D23}" dt="2024-12-09T20:56:57.025" v="1987" actId="21"/>
          <ac:picMkLst>
            <pc:docMk/>
            <pc:sldMk cId="410657423" sldId="257"/>
            <ac:picMk id="4" creationId="{F3B8DEF5-BAE5-D070-1288-064A1C060CC7}"/>
          </ac:picMkLst>
        </pc:picChg>
        <pc:picChg chg="add mod modCrop">
          <ac:chgData name="Tongyao Jia" userId="5bdfd663-bea6-4556-8f75-ebbae3e057d5" providerId="ADAL" clId="{C2D2AD24-9E1D-45B1-92A2-600FE8B39D23}" dt="2024-11-20T20:22:08.432" v="1255" actId="1076"/>
          <ac:picMkLst>
            <pc:docMk/>
            <pc:sldMk cId="410657423" sldId="257"/>
            <ac:picMk id="5" creationId="{287C8C9F-7F95-179B-0BB9-487B44E0FF6B}"/>
          </ac:picMkLst>
        </pc:picChg>
        <pc:picChg chg="add del mod ord modCrop">
          <ac:chgData name="Tongyao Jia" userId="5bdfd663-bea6-4556-8f75-ebbae3e057d5" providerId="ADAL" clId="{C2D2AD24-9E1D-45B1-92A2-600FE8B39D23}" dt="2024-11-20T20:28:42.859" v="1365" actId="478"/>
          <ac:picMkLst>
            <pc:docMk/>
            <pc:sldMk cId="410657423" sldId="257"/>
            <ac:picMk id="8" creationId="{0771AA65-0FD0-14C2-E882-6C42DF3A104D}"/>
          </ac:picMkLst>
        </pc:picChg>
        <pc:picChg chg="add del mod ord modCrop">
          <ac:chgData name="Tongyao Jia" userId="5bdfd663-bea6-4556-8f75-ebbae3e057d5" providerId="ADAL" clId="{C2D2AD24-9E1D-45B1-92A2-600FE8B39D23}" dt="2024-11-20T20:28:43.750" v="1366" actId="478"/>
          <ac:picMkLst>
            <pc:docMk/>
            <pc:sldMk cId="410657423" sldId="257"/>
            <ac:picMk id="10" creationId="{0D2C0ED3-3029-2774-2067-CB1AAB9BBFC2}"/>
          </ac:picMkLst>
        </pc:picChg>
        <pc:picChg chg="add del mod modCrop">
          <ac:chgData name="Tongyao Jia" userId="5bdfd663-bea6-4556-8f75-ebbae3e057d5" providerId="ADAL" clId="{C2D2AD24-9E1D-45B1-92A2-600FE8B39D23}" dt="2024-11-20T20:28:47.264" v="1368" actId="478"/>
          <ac:picMkLst>
            <pc:docMk/>
            <pc:sldMk cId="410657423" sldId="257"/>
            <ac:picMk id="11" creationId="{A876423F-49C9-A55A-20AA-41590F7AAE08}"/>
          </ac:picMkLst>
        </pc:picChg>
        <pc:picChg chg="add mod modCrop">
          <ac:chgData name="Tongyao Jia" userId="5bdfd663-bea6-4556-8f75-ebbae3e057d5" providerId="ADAL" clId="{C2D2AD24-9E1D-45B1-92A2-600FE8B39D23}" dt="2024-11-20T20:29:22.883" v="1376" actId="1076"/>
          <ac:picMkLst>
            <pc:docMk/>
            <pc:sldMk cId="410657423" sldId="257"/>
            <ac:picMk id="13" creationId="{E1BF0DF1-9929-6730-9532-27D6344258A2}"/>
          </ac:picMkLst>
        </pc:picChg>
        <pc:picChg chg="add mod ord modCrop">
          <ac:chgData name="Tongyao Jia" userId="5bdfd663-bea6-4556-8f75-ebbae3e057d5" providerId="ADAL" clId="{C2D2AD24-9E1D-45B1-92A2-600FE8B39D23}" dt="2024-11-20T20:30:04.082" v="1387" actId="1076"/>
          <ac:picMkLst>
            <pc:docMk/>
            <pc:sldMk cId="410657423" sldId="257"/>
            <ac:picMk id="14" creationId="{FEDF65DF-4706-AE56-FE9F-E7398CEDB9C8}"/>
          </ac:picMkLst>
        </pc:picChg>
        <pc:picChg chg="add mod modCrop">
          <ac:chgData name="Tongyao Jia" userId="5bdfd663-bea6-4556-8f75-ebbae3e057d5" providerId="ADAL" clId="{C2D2AD24-9E1D-45B1-92A2-600FE8B39D23}" dt="2024-11-20T20:30:51.078" v="1397" actId="1076"/>
          <ac:picMkLst>
            <pc:docMk/>
            <pc:sldMk cId="410657423" sldId="257"/>
            <ac:picMk id="15" creationId="{A3F77086-1B9C-404F-2AEA-DDCCFE7372BA}"/>
          </ac:picMkLst>
        </pc:picChg>
        <pc:picChg chg="add mod modCrop">
          <ac:chgData name="Tongyao Jia" userId="5bdfd663-bea6-4556-8f75-ebbae3e057d5" providerId="ADAL" clId="{C2D2AD24-9E1D-45B1-92A2-600FE8B39D23}" dt="2024-11-20T20:31:09.128" v="1401" actId="1076"/>
          <ac:picMkLst>
            <pc:docMk/>
            <pc:sldMk cId="410657423" sldId="257"/>
            <ac:picMk id="16" creationId="{D629456D-DC8A-FE2F-5F3F-43E275DC80AA}"/>
          </ac:picMkLst>
        </pc:picChg>
        <pc:picChg chg="add mod">
          <ac:chgData name="Tongyao Jia" userId="5bdfd663-bea6-4556-8f75-ebbae3e057d5" providerId="ADAL" clId="{C2D2AD24-9E1D-45B1-92A2-600FE8B39D23}" dt="2024-11-20T20:31:24.389" v="1406" actId="1076"/>
          <ac:picMkLst>
            <pc:docMk/>
            <pc:sldMk cId="410657423" sldId="257"/>
            <ac:picMk id="17" creationId="{5C9378D2-321E-7FFC-75F0-0197E58787A4}"/>
          </ac:picMkLst>
        </pc:picChg>
        <pc:picChg chg="del">
          <ac:chgData name="Tongyao Jia" userId="5bdfd663-bea6-4556-8f75-ebbae3e057d5" providerId="ADAL" clId="{C2D2AD24-9E1D-45B1-92A2-600FE8B39D23}" dt="2024-11-20T20:23:51.585" v="1272" actId="478"/>
          <ac:picMkLst>
            <pc:docMk/>
            <pc:sldMk cId="410657423" sldId="257"/>
            <ac:picMk id="36" creationId="{45DA40D7-58CC-DC4B-D8D0-C5AD43B1A8B5}"/>
          </ac:picMkLst>
        </pc:picChg>
        <pc:picChg chg="del">
          <ac:chgData name="Tongyao Jia" userId="5bdfd663-bea6-4556-8f75-ebbae3e057d5" providerId="ADAL" clId="{C2D2AD24-9E1D-45B1-92A2-600FE8B39D23}" dt="2024-11-20T20:22:04.937" v="1254" actId="478"/>
          <ac:picMkLst>
            <pc:docMk/>
            <pc:sldMk cId="410657423" sldId="257"/>
            <ac:picMk id="37" creationId="{EC21233A-7006-ED37-86F0-61A224266FD7}"/>
          </ac:picMkLst>
        </pc:picChg>
        <pc:picChg chg="del">
          <ac:chgData name="Tongyao Jia" userId="5bdfd663-bea6-4556-8f75-ebbae3e057d5" providerId="ADAL" clId="{C2D2AD24-9E1D-45B1-92A2-600FE8B39D23}" dt="2024-11-20T20:24:25.437" v="1282" actId="478"/>
          <ac:picMkLst>
            <pc:docMk/>
            <pc:sldMk cId="410657423" sldId="257"/>
            <ac:picMk id="38" creationId="{92DB87E3-69CD-DB75-7281-7DE5A0CB0C93}"/>
          </ac:picMkLst>
        </pc:picChg>
        <pc:picChg chg="del">
          <ac:chgData name="Tongyao Jia" userId="5bdfd663-bea6-4556-8f75-ebbae3e057d5" providerId="ADAL" clId="{C2D2AD24-9E1D-45B1-92A2-600FE8B39D23}" dt="2024-11-20T20:22:03.539" v="1253" actId="478"/>
          <ac:picMkLst>
            <pc:docMk/>
            <pc:sldMk cId="410657423" sldId="257"/>
            <ac:picMk id="58" creationId="{5601BDE9-08D4-DF18-C4D7-2DC0F3114570}"/>
          </ac:picMkLst>
        </pc:picChg>
      </pc:sldChg>
      <pc:sldChg chg="modSp new del mod">
        <pc:chgData name="Tongyao Jia" userId="5bdfd663-bea6-4556-8f75-ebbae3e057d5" providerId="ADAL" clId="{C2D2AD24-9E1D-45B1-92A2-600FE8B39D23}" dt="2024-11-09T23:04:46.053" v="5" actId="47"/>
        <pc:sldMkLst>
          <pc:docMk/>
          <pc:sldMk cId="2144744082" sldId="257"/>
        </pc:sldMkLst>
        <pc:spChg chg="mod">
          <ac:chgData name="Tongyao Jia" userId="5bdfd663-bea6-4556-8f75-ebbae3e057d5" providerId="ADAL" clId="{C2D2AD24-9E1D-45B1-92A2-600FE8B39D23}" dt="2024-11-09T23:04:12.004" v="4" actId="27636"/>
          <ac:spMkLst>
            <pc:docMk/>
            <pc:sldMk cId="2144744082" sldId="257"/>
            <ac:spMk id="3" creationId="{AD68DDC2-5C9E-5A0F-1B89-9E5336EB6F30}"/>
          </ac:spMkLst>
        </pc:spChg>
      </pc:sldChg>
      <pc:sldChg chg="addSp delSp modSp add del mod">
        <pc:chgData name="Tongyao Jia" userId="5bdfd663-bea6-4556-8f75-ebbae3e057d5" providerId="ADAL" clId="{C2D2AD24-9E1D-45B1-92A2-600FE8B39D23}" dt="2024-11-20T20:28:34.605" v="1362" actId="47"/>
        <pc:sldMkLst>
          <pc:docMk/>
          <pc:sldMk cId="1171675745" sldId="258"/>
        </pc:sldMkLst>
        <pc:picChg chg="add del mod">
          <ac:chgData name="Tongyao Jia" userId="5bdfd663-bea6-4556-8f75-ebbae3e057d5" providerId="ADAL" clId="{C2D2AD24-9E1D-45B1-92A2-600FE8B39D23}" dt="2024-11-20T20:26:50.286" v="1331" actId="1076"/>
          <ac:picMkLst>
            <pc:docMk/>
            <pc:sldMk cId="1171675745" sldId="258"/>
            <ac:picMk id="13" creationId="{DA850C24-8311-AF8B-3B50-0CEC12759881}"/>
          </ac:picMkLst>
        </pc:picChg>
      </pc:sldChg>
      <pc:sldChg chg="addSp delSp add mod">
        <pc:chgData name="Tongyao Jia" userId="5bdfd663-bea6-4556-8f75-ebbae3e057d5" providerId="ADAL" clId="{C2D2AD24-9E1D-45B1-92A2-600FE8B39D23}" dt="2024-12-09T21:41:28.924" v="2118" actId="478"/>
        <pc:sldMkLst>
          <pc:docMk/>
          <pc:sldMk cId="1701486610" sldId="258"/>
        </pc:sldMkLst>
        <pc:spChg chg="add del">
          <ac:chgData name="Tongyao Jia" userId="5bdfd663-bea6-4556-8f75-ebbae3e057d5" providerId="ADAL" clId="{C2D2AD24-9E1D-45B1-92A2-600FE8B39D23}" dt="2024-12-09T21:41:24.620" v="2116" actId="22"/>
          <ac:spMkLst>
            <pc:docMk/>
            <pc:sldMk cId="1701486610" sldId="258"/>
            <ac:spMk id="8" creationId="{312ACDBA-7C94-6AA5-0347-88EB9CC21840}"/>
          </ac:spMkLst>
        </pc:spChg>
        <pc:spChg chg="add del">
          <ac:chgData name="Tongyao Jia" userId="5bdfd663-bea6-4556-8f75-ebbae3e057d5" providerId="ADAL" clId="{C2D2AD24-9E1D-45B1-92A2-600FE8B39D23}" dt="2024-12-09T21:41:28.924" v="2118" actId="478"/>
          <ac:spMkLst>
            <pc:docMk/>
            <pc:sldMk cId="1701486610" sldId="258"/>
            <ac:spMk id="13" creationId="{F4382640-BE25-AC16-5748-CEAEF9F8579F}"/>
          </ac:spMkLst>
        </pc:spChg>
        <pc:picChg chg="del">
          <ac:chgData name="Tongyao Jia" userId="5bdfd663-bea6-4556-8f75-ebbae3e057d5" providerId="ADAL" clId="{C2D2AD24-9E1D-45B1-92A2-600FE8B39D23}" dt="2024-12-09T21:02:53.170" v="2016" actId="478"/>
          <ac:picMkLst>
            <pc:docMk/>
            <pc:sldMk cId="1701486610" sldId="258"/>
            <ac:picMk id="2" creationId="{2E01CF96-17C2-8856-4C41-558B872A0169}"/>
          </ac:picMkLst>
        </pc:picChg>
        <pc:picChg chg="del">
          <ac:chgData name="Tongyao Jia" userId="5bdfd663-bea6-4556-8f75-ebbae3e057d5" providerId="ADAL" clId="{C2D2AD24-9E1D-45B1-92A2-600FE8B39D23}" dt="2024-12-09T21:02:53.170" v="2016" actId="478"/>
          <ac:picMkLst>
            <pc:docMk/>
            <pc:sldMk cId="1701486610" sldId="258"/>
            <ac:picMk id="3" creationId="{0D3A4568-6621-C357-532B-D52555DFE95A}"/>
          </ac:picMkLst>
        </pc:picChg>
        <pc:picChg chg="del">
          <ac:chgData name="Tongyao Jia" userId="5bdfd663-bea6-4556-8f75-ebbae3e057d5" providerId="ADAL" clId="{C2D2AD24-9E1D-45B1-92A2-600FE8B39D23}" dt="2024-12-09T21:02:53.170" v="2016" actId="478"/>
          <ac:picMkLst>
            <pc:docMk/>
            <pc:sldMk cId="1701486610" sldId="258"/>
            <ac:picMk id="11" creationId="{06BB6E59-22AD-22FB-FF35-459B716F98C9}"/>
          </ac:picMkLst>
        </pc:picChg>
        <pc:picChg chg="del">
          <ac:chgData name="Tongyao Jia" userId="5bdfd663-bea6-4556-8f75-ebbae3e057d5" providerId="ADAL" clId="{C2D2AD24-9E1D-45B1-92A2-600FE8B39D23}" dt="2024-12-09T21:02:53.170" v="2016" actId="478"/>
          <ac:picMkLst>
            <pc:docMk/>
            <pc:sldMk cId="1701486610" sldId="258"/>
            <ac:picMk id="12" creationId="{C544F4FC-AEE9-CA91-1241-9DC4D1875307}"/>
          </ac:picMkLst>
        </pc:picChg>
      </pc:sldChg>
      <pc:sldChg chg="add del">
        <pc:chgData name="Tongyao Jia" userId="5bdfd663-bea6-4556-8f75-ebbae3e057d5" providerId="ADAL" clId="{C2D2AD24-9E1D-45B1-92A2-600FE8B39D23}" dt="2024-11-20T20:26:32.744" v="1328" actId="47"/>
        <pc:sldMkLst>
          <pc:docMk/>
          <pc:sldMk cId="2373017030" sldId="259"/>
        </pc:sldMkLst>
      </pc:sldChg>
      <pc:sldChg chg="addSp delSp modSp add mod ord">
        <pc:chgData name="Tongyao Jia" userId="5bdfd663-bea6-4556-8f75-ebbae3e057d5" providerId="ADAL" clId="{C2D2AD24-9E1D-45B1-92A2-600FE8B39D23}" dt="2024-12-13T21:46:06.328" v="2293" actId="1076"/>
        <pc:sldMkLst>
          <pc:docMk/>
          <pc:sldMk cId="3376361293" sldId="259"/>
        </pc:sldMkLst>
        <pc:spChg chg="mod">
          <ac:chgData name="Tongyao Jia" userId="5bdfd663-bea6-4556-8f75-ebbae3e057d5" providerId="ADAL" clId="{C2D2AD24-9E1D-45B1-92A2-600FE8B39D23}" dt="2024-12-13T21:46:06.328" v="2293" actId="1076"/>
          <ac:spMkLst>
            <pc:docMk/>
            <pc:sldMk cId="3376361293" sldId="259"/>
            <ac:spMk id="81" creationId="{8AAE5461-CADB-8803-1F5D-F3D871AE4D1F}"/>
          </ac:spMkLst>
        </pc:spChg>
        <pc:spChg chg="mod ord">
          <ac:chgData name="Tongyao Jia" userId="5bdfd663-bea6-4556-8f75-ebbae3e057d5" providerId="ADAL" clId="{C2D2AD24-9E1D-45B1-92A2-600FE8B39D23}" dt="2024-12-11T21:07:51.784" v="2262" actId="1035"/>
          <ac:spMkLst>
            <pc:docMk/>
            <pc:sldMk cId="3376361293" sldId="259"/>
            <ac:spMk id="82" creationId="{16A3CEDB-4DF9-D3CB-3885-F87041A20268}"/>
          </ac:spMkLst>
        </pc:spChg>
        <pc:picChg chg="del mod">
          <ac:chgData name="Tongyao Jia" userId="5bdfd663-bea6-4556-8f75-ebbae3e057d5" providerId="ADAL" clId="{C2D2AD24-9E1D-45B1-92A2-600FE8B39D23}" dt="2024-12-11T20:11:45.718" v="2131" actId="478"/>
          <ac:picMkLst>
            <pc:docMk/>
            <pc:sldMk cId="3376361293" sldId="259"/>
            <ac:picMk id="2" creationId="{69C6B787-F56C-BD94-2621-A579AB9DC493}"/>
          </ac:picMkLst>
        </pc:picChg>
        <pc:picChg chg="del mod">
          <ac:chgData name="Tongyao Jia" userId="5bdfd663-bea6-4556-8f75-ebbae3e057d5" providerId="ADAL" clId="{C2D2AD24-9E1D-45B1-92A2-600FE8B39D23}" dt="2024-12-11T20:11:47.085" v="2132" actId="478"/>
          <ac:picMkLst>
            <pc:docMk/>
            <pc:sldMk cId="3376361293" sldId="259"/>
            <ac:picMk id="3" creationId="{B90D37B2-937F-4438-7935-FB82346A6A25}"/>
          </ac:picMkLst>
        </pc:picChg>
        <pc:picChg chg="add del mod modCrop">
          <ac:chgData name="Tongyao Jia" userId="5bdfd663-bea6-4556-8f75-ebbae3e057d5" providerId="ADAL" clId="{C2D2AD24-9E1D-45B1-92A2-600FE8B39D23}" dt="2024-12-09T21:09:50.786" v="2114" actId="478"/>
          <ac:picMkLst>
            <pc:docMk/>
            <pc:sldMk cId="3376361293" sldId="259"/>
            <ac:picMk id="8" creationId="{03BA1940-BA23-27E1-AA42-887B35770F05}"/>
          </ac:picMkLst>
        </pc:picChg>
        <pc:picChg chg="add del mod modCrop">
          <ac:chgData name="Tongyao Jia" userId="5bdfd663-bea6-4556-8f75-ebbae3e057d5" providerId="ADAL" clId="{C2D2AD24-9E1D-45B1-92A2-600FE8B39D23}" dt="2024-12-11T20:13:01.833" v="2173" actId="478"/>
          <ac:picMkLst>
            <pc:docMk/>
            <pc:sldMk cId="3376361293" sldId="259"/>
            <ac:picMk id="8" creationId="{B5197A90-B75B-0602-039C-DC9DBA54F1F1}"/>
          </ac:picMkLst>
        </pc:picChg>
        <pc:picChg chg="add mod modCrop">
          <ac:chgData name="Tongyao Jia" userId="5bdfd663-bea6-4556-8f75-ebbae3e057d5" providerId="ADAL" clId="{C2D2AD24-9E1D-45B1-92A2-600FE8B39D23}" dt="2024-12-11T21:12:36.742" v="2282" actId="1076"/>
          <ac:picMkLst>
            <pc:docMk/>
            <pc:sldMk cId="3376361293" sldId="259"/>
            <ac:picMk id="10" creationId="{E15C0660-D736-10B2-6E85-FC316970D328}"/>
          </ac:picMkLst>
        </pc:picChg>
        <pc:picChg chg="add del mod">
          <ac:chgData name="Tongyao Jia" userId="5bdfd663-bea6-4556-8f75-ebbae3e057d5" providerId="ADAL" clId="{C2D2AD24-9E1D-45B1-92A2-600FE8B39D23}" dt="2024-12-11T21:07:09.993" v="2215" actId="478"/>
          <ac:picMkLst>
            <pc:docMk/>
            <pc:sldMk cId="3376361293" sldId="259"/>
            <ac:picMk id="11" creationId="{6984979B-DD0B-5B7B-1B94-FF008508E11E}"/>
          </ac:picMkLst>
        </pc:picChg>
        <pc:picChg chg="del">
          <ac:chgData name="Tongyao Jia" userId="5bdfd663-bea6-4556-8f75-ebbae3e057d5" providerId="ADAL" clId="{C2D2AD24-9E1D-45B1-92A2-600FE8B39D23}" dt="2024-12-09T21:04:04.545" v="2091" actId="478"/>
          <ac:picMkLst>
            <pc:docMk/>
            <pc:sldMk cId="3376361293" sldId="259"/>
            <ac:picMk id="11" creationId="{ADDF9659-8BEC-98CC-479D-355F8D698F48}"/>
          </ac:picMkLst>
        </pc:picChg>
        <pc:picChg chg="del">
          <ac:chgData name="Tongyao Jia" userId="5bdfd663-bea6-4556-8f75-ebbae3e057d5" providerId="ADAL" clId="{C2D2AD24-9E1D-45B1-92A2-600FE8B39D23}" dt="2024-12-09T21:04:03.012" v="2090" actId="478"/>
          <ac:picMkLst>
            <pc:docMk/>
            <pc:sldMk cId="3376361293" sldId="259"/>
            <ac:picMk id="12" creationId="{9C9F91CF-17A9-F751-D31A-6516E6624841}"/>
          </ac:picMkLst>
        </pc:picChg>
        <pc:picChg chg="add del mod">
          <ac:chgData name="Tongyao Jia" userId="5bdfd663-bea6-4556-8f75-ebbae3e057d5" providerId="ADAL" clId="{C2D2AD24-9E1D-45B1-92A2-600FE8B39D23}" dt="2024-12-11T21:07:08.381" v="2214" actId="478"/>
          <ac:picMkLst>
            <pc:docMk/>
            <pc:sldMk cId="3376361293" sldId="259"/>
            <ac:picMk id="12" creationId="{D1866965-93A9-4379-A284-07AC6CA215A9}"/>
          </ac:picMkLst>
        </pc:picChg>
        <pc:picChg chg="add mod">
          <ac:chgData name="Tongyao Jia" userId="5bdfd663-bea6-4556-8f75-ebbae3e057d5" providerId="ADAL" clId="{C2D2AD24-9E1D-45B1-92A2-600FE8B39D23}" dt="2024-12-11T20:13:28.994" v="2203" actId="1076"/>
          <ac:picMkLst>
            <pc:docMk/>
            <pc:sldMk cId="3376361293" sldId="259"/>
            <ac:picMk id="13" creationId="{CB77816A-86BF-9C85-57C6-6F201D4BBD90}"/>
          </ac:picMkLst>
        </pc:picChg>
        <pc:picChg chg="add mod">
          <ac:chgData name="Tongyao Jia" userId="5bdfd663-bea6-4556-8f75-ebbae3e057d5" providerId="ADAL" clId="{C2D2AD24-9E1D-45B1-92A2-600FE8B39D23}" dt="2024-12-11T20:13:29.948" v="2204"/>
          <ac:picMkLst>
            <pc:docMk/>
            <pc:sldMk cId="3376361293" sldId="259"/>
            <ac:picMk id="14" creationId="{08CF6B46-6D24-5DF1-2797-7B9094EFA407}"/>
          </ac:picMkLst>
        </pc:picChg>
        <pc:picChg chg="add mod">
          <ac:chgData name="Tongyao Jia" userId="5bdfd663-bea6-4556-8f75-ebbae3e057d5" providerId="ADAL" clId="{C2D2AD24-9E1D-45B1-92A2-600FE8B39D23}" dt="2024-12-11T20:13:55.826" v="2213" actId="1076"/>
          <ac:picMkLst>
            <pc:docMk/>
            <pc:sldMk cId="3376361293" sldId="259"/>
            <ac:picMk id="15" creationId="{A70BE7D1-CC20-F353-E80C-3BEA48418CDC}"/>
          </ac:picMkLst>
        </pc:picChg>
        <pc:picChg chg="add del mod">
          <ac:chgData name="Tongyao Jia" userId="5bdfd663-bea6-4556-8f75-ebbae3e057d5" providerId="ADAL" clId="{C2D2AD24-9E1D-45B1-92A2-600FE8B39D23}" dt="2024-12-11T21:07:13.299" v="2217" actId="478"/>
          <ac:picMkLst>
            <pc:docMk/>
            <pc:sldMk cId="3376361293" sldId="259"/>
            <ac:picMk id="16" creationId="{7D25C074-C5A0-9549-2C50-3DFBA23A23F4}"/>
          </ac:picMkLst>
        </pc:picChg>
        <pc:picChg chg="add del mod">
          <ac:chgData name="Tongyao Jia" userId="5bdfd663-bea6-4556-8f75-ebbae3e057d5" providerId="ADAL" clId="{C2D2AD24-9E1D-45B1-92A2-600FE8B39D23}" dt="2024-12-11T21:07:11.625" v="2216" actId="478"/>
          <ac:picMkLst>
            <pc:docMk/>
            <pc:sldMk cId="3376361293" sldId="259"/>
            <ac:picMk id="18" creationId="{FB9CACE6-215F-CA19-D969-D57B15AB2C9D}"/>
          </ac:picMkLst>
        </pc:picChg>
        <pc:picChg chg="add del mod modCrop">
          <ac:chgData name="Tongyao Jia" userId="5bdfd663-bea6-4556-8f75-ebbae3e057d5" providerId="ADAL" clId="{C2D2AD24-9E1D-45B1-92A2-600FE8B39D23}" dt="2024-12-11T21:08:27.991" v="2268" actId="478"/>
          <ac:picMkLst>
            <pc:docMk/>
            <pc:sldMk cId="3376361293" sldId="259"/>
            <ac:picMk id="20" creationId="{82ECF8E2-3B44-0080-F36E-931E805DE055}"/>
          </ac:picMkLst>
        </pc:picChg>
        <pc:picChg chg="add del mod">
          <ac:chgData name="Tongyao Jia" userId="5bdfd663-bea6-4556-8f75-ebbae3e057d5" providerId="ADAL" clId="{C2D2AD24-9E1D-45B1-92A2-600FE8B39D23}" dt="2024-12-11T21:11:03.527" v="2273" actId="478"/>
          <ac:picMkLst>
            <pc:docMk/>
            <pc:sldMk cId="3376361293" sldId="259"/>
            <ac:picMk id="22" creationId="{4985F9BD-5E05-52DE-77E5-5D0D0C59917E}"/>
          </ac:picMkLst>
        </pc:picChg>
        <pc:picChg chg="add mod modCrop">
          <ac:chgData name="Tongyao Jia" userId="5bdfd663-bea6-4556-8f75-ebbae3e057d5" providerId="ADAL" clId="{C2D2AD24-9E1D-45B1-92A2-600FE8B39D23}" dt="2024-12-11T21:12:26.150" v="2279" actId="1076"/>
          <ac:picMkLst>
            <pc:docMk/>
            <pc:sldMk cId="3376361293" sldId="259"/>
            <ac:picMk id="26" creationId="{1247470C-69D0-B494-B89A-D1C792CB0AA4}"/>
          </ac:picMkLst>
        </pc:picChg>
        <pc:picChg chg="add mod">
          <ac:chgData name="Tongyao Jia" userId="5bdfd663-bea6-4556-8f75-ebbae3e057d5" providerId="ADAL" clId="{C2D2AD24-9E1D-45B1-92A2-600FE8B39D23}" dt="2024-12-11T21:12:38.654" v="2283" actId="1076"/>
          <ac:picMkLst>
            <pc:docMk/>
            <pc:sldMk cId="3376361293" sldId="259"/>
            <ac:picMk id="27" creationId="{75D38D54-6227-EBC9-BB23-0A9D1E0732BB}"/>
          </ac:picMkLst>
        </pc:picChg>
        <pc:picChg chg="add mod">
          <ac:chgData name="Tongyao Jia" userId="5bdfd663-bea6-4556-8f75-ebbae3e057d5" providerId="ADAL" clId="{C2D2AD24-9E1D-45B1-92A2-600FE8B39D23}" dt="2024-12-11T21:12:47.562" v="2285" actId="1076"/>
          <ac:picMkLst>
            <pc:docMk/>
            <pc:sldMk cId="3376361293" sldId="259"/>
            <ac:picMk id="29" creationId="{CE9C25EE-648C-CF53-0315-79456B8ABA83}"/>
          </ac:picMkLst>
        </pc:picChg>
        <pc:picChg chg="add mod">
          <ac:chgData name="Tongyao Jia" userId="5bdfd663-bea6-4556-8f75-ebbae3e057d5" providerId="ADAL" clId="{C2D2AD24-9E1D-45B1-92A2-600FE8B39D23}" dt="2024-12-11T21:12:53.880" v="2287" actId="1076"/>
          <ac:picMkLst>
            <pc:docMk/>
            <pc:sldMk cId="3376361293" sldId="259"/>
            <ac:picMk id="30" creationId="{DA69F594-8A3A-9552-ACD7-0A7E9945AFA0}"/>
          </ac:picMkLst>
        </pc:picChg>
      </pc:sldChg>
      <pc:sldChg chg="addSp delSp modSp add mod">
        <pc:chgData name="Tongyao Jia" userId="5bdfd663-bea6-4556-8f75-ebbae3e057d5" providerId="ADAL" clId="{C2D2AD24-9E1D-45B1-92A2-600FE8B39D23}" dt="2024-12-09T21:42:09.428" v="2130" actId="1076"/>
        <pc:sldMkLst>
          <pc:docMk/>
          <pc:sldMk cId="2698284270" sldId="260"/>
        </pc:sldMkLst>
        <pc:spChg chg="del">
          <ac:chgData name="Tongyao Jia" userId="5bdfd663-bea6-4556-8f75-ebbae3e057d5" providerId="ADAL" clId="{C2D2AD24-9E1D-45B1-92A2-600FE8B39D23}" dt="2024-12-09T21:41:34.756" v="2120" actId="478"/>
          <ac:spMkLst>
            <pc:docMk/>
            <pc:sldMk cId="2698284270" sldId="260"/>
            <ac:spMk id="17" creationId="{BC0851EE-7818-9860-0D78-BBABE7A5CC6A}"/>
          </ac:spMkLst>
        </pc:spChg>
        <pc:spChg chg="del">
          <ac:chgData name="Tongyao Jia" userId="5bdfd663-bea6-4556-8f75-ebbae3e057d5" providerId="ADAL" clId="{C2D2AD24-9E1D-45B1-92A2-600FE8B39D23}" dt="2024-12-09T21:41:34.756" v="2120" actId="478"/>
          <ac:spMkLst>
            <pc:docMk/>
            <pc:sldMk cId="2698284270" sldId="260"/>
            <ac:spMk id="40" creationId="{77D07672-A60A-29EA-BDDE-6A5A64CF4F91}"/>
          </ac:spMkLst>
        </pc:spChg>
        <pc:spChg chg="del">
          <ac:chgData name="Tongyao Jia" userId="5bdfd663-bea6-4556-8f75-ebbae3e057d5" providerId="ADAL" clId="{C2D2AD24-9E1D-45B1-92A2-600FE8B39D23}" dt="2024-12-09T21:41:34.756" v="2120" actId="478"/>
          <ac:spMkLst>
            <pc:docMk/>
            <pc:sldMk cId="2698284270" sldId="260"/>
            <ac:spMk id="41" creationId="{B7FD7D31-611D-A11B-196A-1F14B728DCD5}"/>
          </ac:spMkLst>
        </pc:spChg>
        <pc:spChg chg="del">
          <ac:chgData name="Tongyao Jia" userId="5bdfd663-bea6-4556-8f75-ebbae3e057d5" providerId="ADAL" clId="{C2D2AD24-9E1D-45B1-92A2-600FE8B39D23}" dt="2024-12-09T21:41:34.756" v="2120" actId="478"/>
          <ac:spMkLst>
            <pc:docMk/>
            <pc:sldMk cId="2698284270" sldId="260"/>
            <ac:spMk id="42" creationId="{9E41CF08-D465-B699-D0D1-AFE6403D3378}"/>
          </ac:spMkLst>
        </pc:spChg>
        <pc:spChg chg="del">
          <ac:chgData name="Tongyao Jia" userId="5bdfd663-bea6-4556-8f75-ebbae3e057d5" providerId="ADAL" clId="{C2D2AD24-9E1D-45B1-92A2-600FE8B39D23}" dt="2024-12-09T21:41:34.756" v="2120" actId="478"/>
          <ac:spMkLst>
            <pc:docMk/>
            <pc:sldMk cId="2698284270" sldId="260"/>
            <ac:spMk id="43" creationId="{41A69DB5-52B2-6F21-8460-656A0A0770D7}"/>
          </ac:spMkLst>
        </pc:spChg>
        <pc:spChg chg="del">
          <ac:chgData name="Tongyao Jia" userId="5bdfd663-bea6-4556-8f75-ebbae3e057d5" providerId="ADAL" clId="{C2D2AD24-9E1D-45B1-92A2-600FE8B39D23}" dt="2024-12-09T21:41:34.756" v="2120" actId="478"/>
          <ac:spMkLst>
            <pc:docMk/>
            <pc:sldMk cId="2698284270" sldId="260"/>
            <ac:spMk id="49" creationId="{C295ECBB-7AC8-A645-30EE-0762912D6E68}"/>
          </ac:spMkLst>
        </pc:spChg>
        <pc:spChg chg="del">
          <ac:chgData name="Tongyao Jia" userId="5bdfd663-bea6-4556-8f75-ebbae3e057d5" providerId="ADAL" clId="{C2D2AD24-9E1D-45B1-92A2-600FE8B39D23}" dt="2024-12-09T21:41:34.756" v="2120" actId="478"/>
          <ac:spMkLst>
            <pc:docMk/>
            <pc:sldMk cId="2698284270" sldId="260"/>
            <ac:spMk id="50" creationId="{533608E5-3E7D-162E-890B-EEB49A2F9329}"/>
          </ac:spMkLst>
        </pc:spChg>
        <pc:spChg chg="del">
          <ac:chgData name="Tongyao Jia" userId="5bdfd663-bea6-4556-8f75-ebbae3e057d5" providerId="ADAL" clId="{C2D2AD24-9E1D-45B1-92A2-600FE8B39D23}" dt="2024-12-09T21:41:34.756" v="2120" actId="478"/>
          <ac:spMkLst>
            <pc:docMk/>
            <pc:sldMk cId="2698284270" sldId="260"/>
            <ac:spMk id="81" creationId="{FB948911-6F73-BBC7-5B7C-F26313AD1FBA}"/>
          </ac:spMkLst>
        </pc:spChg>
        <pc:spChg chg="del">
          <ac:chgData name="Tongyao Jia" userId="5bdfd663-bea6-4556-8f75-ebbae3e057d5" providerId="ADAL" clId="{C2D2AD24-9E1D-45B1-92A2-600FE8B39D23}" dt="2024-12-09T21:41:34.756" v="2120" actId="478"/>
          <ac:spMkLst>
            <pc:docMk/>
            <pc:sldMk cId="2698284270" sldId="260"/>
            <ac:spMk id="82" creationId="{1BDA378F-1E59-4969-F7DA-2535D64321EB}"/>
          </ac:spMkLst>
        </pc:spChg>
        <pc:grpChg chg="del">
          <ac:chgData name="Tongyao Jia" userId="5bdfd663-bea6-4556-8f75-ebbae3e057d5" providerId="ADAL" clId="{C2D2AD24-9E1D-45B1-92A2-600FE8B39D23}" dt="2024-12-09T21:41:34.756" v="2120" actId="478"/>
          <ac:grpSpMkLst>
            <pc:docMk/>
            <pc:sldMk cId="2698284270" sldId="260"/>
            <ac:grpSpMk id="47" creationId="{B0E6F2DA-B41A-6EDB-C211-CB9E8E65C364}"/>
          </ac:grpSpMkLst>
        </pc:grpChg>
        <pc:grpChg chg="del">
          <ac:chgData name="Tongyao Jia" userId="5bdfd663-bea6-4556-8f75-ebbae3e057d5" providerId="ADAL" clId="{C2D2AD24-9E1D-45B1-92A2-600FE8B39D23}" dt="2024-12-09T21:41:34.756" v="2120" actId="478"/>
          <ac:grpSpMkLst>
            <pc:docMk/>
            <pc:sldMk cId="2698284270" sldId="260"/>
            <ac:grpSpMk id="80" creationId="{8D5AD5EB-CEB2-6CF7-CC52-192C260AEFEB}"/>
          </ac:grpSpMkLst>
        </pc:grpChg>
        <pc:picChg chg="add mod">
          <ac:chgData name="Tongyao Jia" userId="5bdfd663-bea6-4556-8f75-ebbae3e057d5" providerId="ADAL" clId="{C2D2AD24-9E1D-45B1-92A2-600FE8B39D23}" dt="2024-12-09T21:41:58.283" v="2125" actId="1076"/>
          <ac:picMkLst>
            <pc:docMk/>
            <pc:sldMk cId="2698284270" sldId="260"/>
            <ac:picMk id="3" creationId="{C32B12F2-6FF5-06BA-98DB-2B8E68601D46}"/>
          </ac:picMkLst>
        </pc:picChg>
        <pc:picChg chg="del">
          <ac:chgData name="Tongyao Jia" userId="5bdfd663-bea6-4556-8f75-ebbae3e057d5" providerId="ADAL" clId="{C2D2AD24-9E1D-45B1-92A2-600FE8B39D23}" dt="2024-12-09T21:41:34.756" v="2120" actId="478"/>
          <ac:picMkLst>
            <pc:docMk/>
            <pc:sldMk cId="2698284270" sldId="260"/>
            <ac:picMk id="4" creationId="{8233BC7E-0ED5-4E2E-F530-6BD57DA74B23}"/>
          </ac:picMkLst>
        </pc:picChg>
        <pc:picChg chg="del">
          <ac:chgData name="Tongyao Jia" userId="5bdfd663-bea6-4556-8f75-ebbae3e057d5" providerId="ADAL" clId="{C2D2AD24-9E1D-45B1-92A2-600FE8B39D23}" dt="2024-12-09T21:41:34.756" v="2120" actId="478"/>
          <ac:picMkLst>
            <pc:docMk/>
            <pc:sldMk cId="2698284270" sldId="260"/>
            <ac:picMk id="5" creationId="{F57D3560-6DD8-9626-364C-C807B4B65231}"/>
          </ac:picMkLst>
        </pc:picChg>
        <pc:picChg chg="add mod">
          <ac:chgData name="Tongyao Jia" userId="5bdfd663-bea6-4556-8f75-ebbae3e057d5" providerId="ADAL" clId="{C2D2AD24-9E1D-45B1-92A2-600FE8B39D23}" dt="2024-12-09T21:42:09.428" v="2130" actId="1076"/>
          <ac:picMkLst>
            <pc:docMk/>
            <pc:sldMk cId="2698284270" sldId="260"/>
            <ac:picMk id="8" creationId="{E00B82AC-2378-3C97-02C4-B7786CC3EFA1}"/>
          </ac:picMkLst>
        </pc:picChg>
        <pc:picChg chg="del">
          <ac:chgData name="Tongyao Jia" userId="5bdfd663-bea6-4556-8f75-ebbae3e057d5" providerId="ADAL" clId="{C2D2AD24-9E1D-45B1-92A2-600FE8B39D23}" dt="2024-12-09T21:41:34.756" v="2120" actId="478"/>
          <ac:picMkLst>
            <pc:docMk/>
            <pc:sldMk cId="2698284270" sldId="260"/>
            <ac:picMk id="23" creationId="{1AF9934A-44A3-4C0B-DFF0-0F89090F2368}"/>
          </ac:picMkLst>
        </pc:picChg>
        <pc:picChg chg="del">
          <ac:chgData name="Tongyao Jia" userId="5bdfd663-bea6-4556-8f75-ebbae3e057d5" providerId="ADAL" clId="{C2D2AD24-9E1D-45B1-92A2-600FE8B39D23}" dt="2024-12-09T21:41:34.756" v="2120" actId="478"/>
          <ac:picMkLst>
            <pc:docMk/>
            <pc:sldMk cId="2698284270" sldId="260"/>
            <ac:picMk id="24" creationId="{C77BC10E-73E6-160C-FDF7-A3E0399150C2}"/>
          </ac:picMkLst>
        </pc:picChg>
        <pc:cxnChg chg="del">
          <ac:chgData name="Tongyao Jia" userId="5bdfd663-bea6-4556-8f75-ebbae3e057d5" providerId="ADAL" clId="{C2D2AD24-9E1D-45B1-92A2-600FE8B39D23}" dt="2024-12-09T21:41:34.756" v="2120" actId="478"/>
          <ac:cxnSpMkLst>
            <pc:docMk/>
            <pc:sldMk cId="2698284270" sldId="260"/>
            <ac:cxnSpMk id="6" creationId="{ED0A22A3-25F8-9550-807B-CB102577EDF5}"/>
          </ac:cxnSpMkLst>
        </pc:cxnChg>
        <pc:cxnChg chg="del">
          <ac:chgData name="Tongyao Jia" userId="5bdfd663-bea6-4556-8f75-ebbae3e057d5" providerId="ADAL" clId="{C2D2AD24-9E1D-45B1-92A2-600FE8B39D23}" dt="2024-12-09T21:41:34.756" v="2120" actId="478"/>
          <ac:cxnSpMkLst>
            <pc:docMk/>
            <pc:sldMk cId="2698284270" sldId="260"/>
            <ac:cxnSpMk id="9" creationId="{04D3DE68-32DE-343C-629D-8CF224C42A3A}"/>
          </ac:cxnSpMkLst>
        </pc:cxnChg>
        <pc:cxnChg chg="del">
          <ac:chgData name="Tongyao Jia" userId="5bdfd663-bea6-4556-8f75-ebbae3e057d5" providerId="ADAL" clId="{C2D2AD24-9E1D-45B1-92A2-600FE8B39D23}" dt="2024-12-09T21:41:34.756" v="2120" actId="478"/>
          <ac:cxnSpMkLst>
            <pc:docMk/>
            <pc:sldMk cId="2698284270" sldId="260"/>
            <ac:cxnSpMk id="28" creationId="{6A5808DA-A3A0-96D8-DD0D-24A8E17A43FB}"/>
          </ac:cxnSpMkLst>
        </pc:cxnChg>
        <pc:cxnChg chg="del">
          <ac:chgData name="Tongyao Jia" userId="5bdfd663-bea6-4556-8f75-ebbae3e057d5" providerId="ADAL" clId="{C2D2AD24-9E1D-45B1-92A2-600FE8B39D23}" dt="2024-12-09T21:41:34.756" v="2120" actId="478"/>
          <ac:cxnSpMkLst>
            <pc:docMk/>
            <pc:sldMk cId="2698284270" sldId="260"/>
            <ac:cxnSpMk id="52" creationId="{353FE1CC-BE9D-7011-4DBD-B59A33EC985C}"/>
          </ac:cxnSpMkLst>
        </pc:cxnChg>
        <pc:cxnChg chg="del">
          <ac:chgData name="Tongyao Jia" userId="5bdfd663-bea6-4556-8f75-ebbae3e057d5" providerId="ADAL" clId="{C2D2AD24-9E1D-45B1-92A2-600FE8B39D23}" dt="2024-12-09T21:41:34.756" v="2120" actId="478"/>
          <ac:cxnSpMkLst>
            <pc:docMk/>
            <pc:sldMk cId="2698284270" sldId="260"/>
            <ac:cxnSpMk id="54" creationId="{7066CD9C-4FBC-3E67-F4A3-6FF744E78AB7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E140E-A586-3776-AE28-19486A944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79B4DE-DEE3-7806-1AC5-4D8EAD9A6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DDD52-1B89-0F4D-F57B-87360D887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2334-1141-46C2-9907-A4FA972864F6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8979F-EC43-F6DA-F664-FE755ECA9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47DFA-3F39-5673-A853-6480C31D7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6871-E0D9-4256-BC80-487677503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91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68E52-1610-2DCB-F07B-CE515CD27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70525-72BB-63E3-2BC0-C0835650F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D1035-305C-EBC2-38FC-A3B3307ED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2334-1141-46C2-9907-A4FA972864F6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F1772-D88F-2911-A015-5145C6F44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09A8C-574F-2BBF-A123-AC408C6F3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6871-E0D9-4256-BC80-487677503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248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F49C6-C074-7E43-B78E-7E3BC777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A197C-801B-C3E3-752B-1D641A558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ABFE5-C0C9-B558-09B3-C961157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2334-1141-46C2-9907-A4FA972864F6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DD043-9CBC-1240-6F3D-A872434A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BF3C0-F258-D608-0E21-49578A1F2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6871-E0D9-4256-BC80-487677503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1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046A2-6577-DD3C-C75A-1F48AB0B4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77E3D-14F0-B505-80A0-931D876E58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6FF51-E5D8-BBEB-9BCA-B6820F877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B534A0-9D94-5A7E-D527-8E34D88B1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2334-1141-46C2-9907-A4FA972864F6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794DA-D3BD-EDBF-F534-F26EB942B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F63E7-59C0-F98C-7DB5-3FB72A81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6871-E0D9-4256-BC80-487677503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390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E2A6E-20CC-2A17-2C08-D2D16BE00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E80F4-B124-A0D3-3773-59468B6F7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9B4171-4616-44C1-779A-37D8D7D42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D18B1A-AA1B-31EB-1120-5FE0D3FF34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53B5B4-4714-49E6-47AE-BEBB97730E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2480B7-40C9-043F-07A8-C6D0D65FE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2334-1141-46C2-9907-A4FA972864F6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E96306-A95A-5130-927F-6FCF7FD8A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67748D-0418-3B97-5810-A7AF55676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6871-E0D9-4256-BC80-487677503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430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CA239-1145-B69E-2DEA-FB2F600B6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152D88-D384-3A10-A619-B4ED0D37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2334-1141-46C2-9907-A4FA972864F6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C9BF77-21A0-B06F-70F2-F590C826E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91D0F7-B6B4-CE51-F20C-DE4950B2C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6871-E0D9-4256-BC80-487677503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485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7597AE-3679-8772-A576-AC09ABF0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2334-1141-46C2-9907-A4FA972864F6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9D1BBE-1A20-6A88-13E7-04F58ED1D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B74FC-DC0E-CA7E-4D43-ACA82E235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6871-E0D9-4256-BC80-487677503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367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9C3D3-39B1-E57B-6B22-9D18F5484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910C6-6931-68D7-EDA1-8DB634974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6D4FA2-B942-3013-2C51-48C70AD2B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5286B2-578E-05AD-D2E2-E36238A1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2334-1141-46C2-9907-A4FA972864F6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CFA9E9-3991-BF0C-FC22-CF64C282E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28703-E071-0A6A-735F-C748008F8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6871-E0D9-4256-BC80-487677503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91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DFF83-2343-F6DB-A9F6-5CBE16D5B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FFFB1C-4D0D-9D9D-A1FA-5186228096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16D8F3-8726-7894-2E7A-2FF57B722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AC826-ACA5-E9F1-684E-7E2D46ECB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2334-1141-46C2-9907-A4FA972864F6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D0E63-F7E4-534C-2D37-52ACA58F5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1DC4D-F76C-B875-8A8F-FA2FCF6A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6871-E0D9-4256-BC80-487677503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706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29D0A-5213-4417-AA77-02C4B4EA6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56364A-70AA-289E-EE0D-57E64BA54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F5A88-3705-4A20-E1F2-DF4BB2FF9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2334-1141-46C2-9907-A4FA972864F6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2A39C-8DC4-69E5-2A1F-FFEE93E8A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4E107-FC68-0A2B-FE50-8E4EB1D06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6871-E0D9-4256-BC80-487677503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607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437C71-E1C5-61E5-85C5-D52C1B1F84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F48B5C-4CF5-9F00-BB1C-E06660910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7DF8C-B1A7-DDE0-BB44-7A2D82F82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2334-1141-46C2-9907-A4FA972864F6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4E70C-8BA0-178A-FEEE-A4038E661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F8E0E-5BB4-2ED3-BDB2-7C8A06CE0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6871-E0D9-4256-BC80-487677503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623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7D7B43-8E00-CF67-37E3-15400E6A9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F2E38-3252-76A4-E4BE-C68189F97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7A849-12EE-0667-49B3-59A80BD79E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9E2334-1141-46C2-9907-A4FA972864F6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54AE3-0B73-A33D-0CB4-5A7CE3CAF6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7F014-2398-1284-EC34-07150CBB8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856871-E0D9-4256-BC80-487677503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992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AEC65-ED66-D437-89EC-2E0F68E5D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>
            <a:extLst>
              <a:ext uri="{FF2B5EF4-FFF2-40B4-BE49-F238E27FC236}">
                <a16:creationId xmlns:a16="http://schemas.microsoft.com/office/drawing/2014/main" id="{3B2576D5-CF5B-DE61-5E73-3C92560D6BAF}"/>
              </a:ext>
            </a:extLst>
          </p:cNvPr>
          <p:cNvGrpSpPr/>
          <p:nvPr/>
        </p:nvGrpSpPr>
        <p:grpSpPr>
          <a:xfrm rot="20412265">
            <a:off x="7401037" y="4573602"/>
            <a:ext cx="2138642" cy="1126142"/>
            <a:chOff x="6739359" y="5022601"/>
            <a:chExt cx="2138642" cy="1126142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E4B923F-0161-7CBD-74AD-9B32377957F0}"/>
                </a:ext>
              </a:extLst>
            </p:cNvPr>
            <p:cNvSpPr/>
            <p:nvPr/>
          </p:nvSpPr>
          <p:spPr>
            <a:xfrm rot="2308066">
              <a:off x="7128735" y="5040601"/>
              <a:ext cx="1374058" cy="103172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ight Triangle 77">
              <a:extLst>
                <a:ext uri="{FF2B5EF4-FFF2-40B4-BE49-F238E27FC236}">
                  <a16:creationId xmlns:a16="http://schemas.microsoft.com/office/drawing/2014/main" id="{ED6B7CE2-A8A2-98B0-4B64-73EAF528E8ED}"/>
                </a:ext>
              </a:extLst>
            </p:cNvPr>
            <p:cNvSpPr/>
            <p:nvPr/>
          </p:nvSpPr>
          <p:spPr>
            <a:xfrm rot="7719948" flipH="1">
              <a:off x="8116107" y="4404146"/>
              <a:ext cx="143439" cy="1380349"/>
            </a:xfrm>
            <a:prstGeom prst="rt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ight Triangle 78">
              <a:extLst>
                <a:ext uri="{FF2B5EF4-FFF2-40B4-BE49-F238E27FC236}">
                  <a16:creationId xmlns:a16="http://schemas.microsoft.com/office/drawing/2014/main" id="{02F197FC-90A7-AA9B-69B7-CE66600BE67A}"/>
                </a:ext>
              </a:extLst>
            </p:cNvPr>
            <p:cNvSpPr/>
            <p:nvPr/>
          </p:nvSpPr>
          <p:spPr>
            <a:xfrm rot="18507877" flipH="1" flipV="1">
              <a:off x="7330421" y="5357659"/>
              <a:ext cx="200022" cy="1382146"/>
            </a:xfrm>
            <a:prstGeom prst="rt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008DD81-C112-3A91-7152-D10B20B232BD}"/>
              </a:ext>
            </a:extLst>
          </p:cNvPr>
          <p:cNvGrpSpPr/>
          <p:nvPr/>
        </p:nvGrpSpPr>
        <p:grpSpPr>
          <a:xfrm>
            <a:off x="7622006" y="2528878"/>
            <a:ext cx="2403459" cy="2189165"/>
            <a:chOff x="7651568" y="2543079"/>
            <a:chExt cx="2403459" cy="2189165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47EBEE0A-CA0C-E451-5A38-4FCDB2706D9D}"/>
                </a:ext>
              </a:extLst>
            </p:cNvPr>
            <p:cNvGrpSpPr/>
            <p:nvPr/>
          </p:nvGrpSpPr>
          <p:grpSpPr>
            <a:xfrm rot="20412593">
              <a:off x="7651568" y="2695749"/>
              <a:ext cx="2073224" cy="2036495"/>
              <a:chOff x="8006055" y="3679796"/>
              <a:chExt cx="2073224" cy="2036495"/>
            </a:xfrm>
          </p:grpSpPr>
          <p:sp>
            <p:nvSpPr>
              <p:cNvPr id="69" name="Flowchart: Manual Input 68">
                <a:extLst>
                  <a:ext uri="{FF2B5EF4-FFF2-40B4-BE49-F238E27FC236}">
                    <a16:creationId xmlns:a16="http://schemas.microsoft.com/office/drawing/2014/main" id="{BF547CA0-1DF5-9EFE-4975-8E1791CB85B8}"/>
                  </a:ext>
                </a:extLst>
              </p:cNvPr>
              <p:cNvSpPr/>
              <p:nvPr/>
            </p:nvSpPr>
            <p:spPr>
              <a:xfrm rot="2321051">
                <a:off x="8704426" y="3679796"/>
                <a:ext cx="1374853" cy="2036495"/>
              </a:xfrm>
              <a:prstGeom prst="flowChartManualInpu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Right Triangle 69">
                <a:extLst>
                  <a:ext uri="{FF2B5EF4-FFF2-40B4-BE49-F238E27FC236}">
                    <a16:creationId xmlns:a16="http://schemas.microsoft.com/office/drawing/2014/main" id="{4DB35B0F-29D0-6E75-5C72-AE9E6826B4FE}"/>
                  </a:ext>
                </a:extLst>
              </p:cNvPr>
              <p:cNvSpPr/>
              <p:nvPr/>
            </p:nvSpPr>
            <p:spPr>
              <a:xfrm rot="18519115" flipH="1">
                <a:off x="8591544" y="4867329"/>
                <a:ext cx="212013" cy="1382991"/>
              </a:xfrm>
              <a:prstGeom prst="rtTriangl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Right Triangle 45">
              <a:extLst>
                <a:ext uri="{FF2B5EF4-FFF2-40B4-BE49-F238E27FC236}">
                  <a16:creationId xmlns:a16="http://schemas.microsoft.com/office/drawing/2014/main" id="{0260FD79-62C4-0E30-847A-042ED78DCD2C}"/>
                </a:ext>
              </a:extLst>
            </p:cNvPr>
            <p:cNvSpPr/>
            <p:nvPr/>
          </p:nvSpPr>
          <p:spPr>
            <a:xfrm rot="758142" flipH="1">
              <a:off x="8439062" y="2543079"/>
              <a:ext cx="1615965" cy="342393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Parallelogram 42">
            <a:extLst>
              <a:ext uri="{FF2B5EF4-FFF2-40B4-BE49-F238E27FC236}">
                <a16:creationId xmlns:a16="http://schemas.microsoft.com/office/drawing/2014/main" id="{0E9D8D6F-A07A-9BD1-8CD7-0A741040E16F}"/>
              </a:ext>
            </a:extLst>
          </p:cNvPr>
          <p:cNvSpPr/>
          <p:nvPr/>
        </p:nvSpPr>
        <p:spPr>
          <a:xfrm rot="724525">
            <a:off x="8549776" y="3026567"/>
            <a:ext cx="1168696" cy="232231"/>
          </a:xfrm>
          <a:prstGeom prst="parallelogram">
            <a:avLst>
              <a:gd name="adj" fmla="val 11741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A group of white objects&#10;&#10;Description automatically generated">
            <a:extLst>
              <a:ext uri="{FF2B5EF4-FFF2-40B4-BE49-F238E27FC236}">
                <a16:creationId xmlns:a16="http://schemas.microsoft.com/office/drawing/2014/main" id="{5F3E2C92-F6A0-5929-4FBB-B0852EEC76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12" t="36442" b="33560"/>
          <a:stretch/>
        </p:blipFill>
        <p:spPr>
          <a:xfrm rot="21045112" flipH="1">
            <a:off x="2883489" y="1847444"/>
            <a:ext cx="1267387" cy="93132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6A33A8-DC8C-5FA3-26F1-00BE33F81CF9}"/>
              </a:ext>
            </a:extLst>
          </p:cNvPr>
          <p:cNvCxnSpPr>
            <a:cxnSpLocks/>
          </p:cNvCxnSpPr>
          <p:nvPr/>
        </p:nvCxnSpPr>
        <p:spPr>
          <a:xfrm>
            <a:off x="1810445" y="2572134"/>
            <a:ext cx="5341390" cy="1109195"/>
          </a:xfrm>
          <a:prstGeom prst="line">
            <a:avLst/>
          </a:prstGeom>
          <a:ln w="53975">
            <a:solidFill>
              <a:schemeClr val="bg2">
                <a:lumMod val="75000"/>
              </a:schemeClr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5AE7F9F-CD5F-6319-C721-72984F8610F1}"/>
              </a:ext>
            </a:extLst>
          </p:cNvPr>
          <p:cNvCxnSpPr>
            <a:cxnSpLocks/>
          </p:cNvCxnSpPr>
          <p:nvPr/>
        </p:nvCxnSpPr>
        <p:spPr>
          <a:xfrm>
            <a:off x="1281858" y="3697806"/>
            <a:ext cx="5388541" cy="1113800"/>
          </a:xfrm>
          <a:prstGeom prst="line">
            <a:avLst/>
          </a:prstGeom>
          <a:ln w="539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5902A3A0-01D2-F234-70A9-66BA18407EAE}"/>
              </a:ext>
            </a:extLst>
          </p:cNvPr>
          <p:cNvSpPr/>
          <p:nvPr/>
        </p:nvSpPr>
        <p:spPr>
          <a:xfrm rot="21102142">
            <a:off x="7713459" y="2604107"/>
            <a:ext cx="1604457" cy="196124"/>
          </a:xfrm>
          <a:custGeom>
            <a:avLst/>
            <a:gdLst>
              <a:gd name="connsiteX0" fmla="*/ 0 w 1952171"/>
              <a:gd name="connsiteY0" fmla="*/ 0 h 348343"/>
              <a:gd name="connsiteX1" fmla="*/ 1008743 w 1952171"/>
              <a:gd name="connsiteY1" fmla="*/ 348343 h 348343"/>
              <a:gd name="connsiteX2" fmla="*/ 1952171 w 1952171"/>
              <a:gd name="connsiteY2" fmla="*/ 0 h 348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2171" h="348343">
                <a:moveTo>
                  <a:pt x="0" y="0"/>
                </a:moveTo>
                <a:cubicBezTo>
                  <a:pt x="341690" y="174171"/>
                  <a:pt x="683381" y="348343"/>
                  <a:pt x="1008743" y="348343"/>
                </a:cubicBezTo>
                <a:cubicBezTo>
                  <a:pt x="1334105" y="348343"/>
                  <a:pt x="1790095" y="58057"/>
                  <a:pt x="1952171" y="0"/>
                </a:cubicBezTo>
              </a:path>
            </a:pathLst>
          </a:custGeom>
          <a:noFill/>
          <a:ln w="539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4DABB431-9FD9-F202-2474-E8BF370D87A9}"/>
              </a:ext>
            </a:extLst>
          </p:cNvPr>
          <p:cNvSpPr/>
          <p:nvPr/>
        </p:nvSpPr>
        <p:spPr>
          <a:xfrm rot="19319138">
            <a:off x="7020107" y="4577491"/>
            <a:ext cx="332267" cy="1248039"/>
          </a:xfrm>
          <a:custGeom>
            <a:avLst/>
            <a:gdLst>
              <a:gd name="connsiteX0" fmla="*/ 0 w 423776"/>
              <a:gd name="connsiteY0" fmla="*/ 0 h 907143"/>
              <a:gd name="connsiteX1" fmla="*/ 420914 w 423776"/>
              <a:gd name="connsiteY1" fmla="*/ 420915 h 907143"/>
              <a:gd name="connsiteX2" fmla="*/ 174171 w 423776"/>
              <a:gd name="connsiteY2" fmla="*/ 907143 h 90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776" h="907143">
                <a:moveTo>
                  <a:pt x="0" y="0"/>
                </a:moveTo>
                <a:cubicBezTo>
                  <a:pt x="195942" y="134862"/>
                  <a:pt x="391885" y="269724"/>
                  <a:pt x="420914" y="420915"/>
                </a:cubicBezTo>
                <a:cubicBezTo>
                  <a:pt x="449943" y="572106"/>
                  <a:pt x="250371" y="791029"/>
                  <a:pt x="174171" y="907143"/>
                </a:cubicBezTo>
              </a:path>
            </a:pathLst>
          </a:custGeom>
          <a:noFill/>
          <a:ln w="5334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5F106FD-48AD-0956-D192-883B4694F12F}"/>
              </a:ext>
            </a:extLst>
          </p:cNvPr>
          <p:cNvCxnSpPr>
            <a:cxnSpLocks/>
          </p:cNvCxnSpPr>
          <p:nvPr/>
        </p:nvCxnSpPr>
        <p:spPr>
          <a:xfrm>
            <a:off x="3691218" y="2212041"/>
            <a:ext cx="5632452" cy="764522"/>
          </a:xfrm>
          <a:prstGeom prst="line">
            <a:avLst/>
          </a:prstGeom>
          <a:ln w="53975">
            <a:solidFill>
              <a:schemeClr val="accent1"/>
            </a:solidFill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8AAE5461-CADB-8803-1F5D-F3D871AE4D1F}"/>
              </a:ext>
            </a:extLst>
          </p:cNvPr>
          <p:cNvSpPr txBox="1"/>
          <p:nvPr/>
        </p:nvSpPr>
        <p:spPr>
          <a:xfrm>
            <a:off x="7071349" y="3080433"/>
            <a:ext cx="1287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visible</a:t>
            </a:r>
            <a:endParaRPr lang="en-US" sz="1600" b="1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5C2D7A48-FCB9-2514-7D67-B8FCF18F3D91}"/>
              </a:ext>
            </a:extLst>
          </p:cNvPr>
          <p:cNvSpPr/>
          <p:nvPr/>
        </p:nvSpPr>
        <p:spPr>
          <a:xfrm rot="724525">
            <a:off x="7813075" y="5212509"/>
            <a:ext cx="1168696" cy="232231"/>
          </a:xfrm>
          <a:prstGeom prst="parallelogram">
            <a:avLst>
              <a:gd name="adj" fmla="val 11741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group of white objects&#10;&#10;Description automatically generated">
            <a:extLst>
              <a:ext uri="{FF2B5EF4-FFF2-40B4-BE49-F238E27FC236}">
                <a16:creationId xmlns:a16="http://schemas.microsoft.com/office/drawing/2014/main" id="{8340EB74-5D9E-075E-9728-F05C4E8FB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626" b="63086"/>
          <a:stretch/>
        </p:blipFill>
        <p:spPr>
          <a:xfrm rot="21034154" flipH="1">
            <a:off x="4695064" y="3235346"/>
            <a:ext cx="2332872" cy="1592259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8943EBF-210F-A95B-ECC1-0C6843F61463}"/>
              </a:ext>
            </a:extLst>
          </p:cNvPr>
          <p:cNvCxnSpPr>
            <a:cxnSpLocks/>
          </p:cNvCxnSpPr>
          <p:nvPr/>
        </p:nvCxnSpPr>
        <p:spPr>
          <a:xfrm>
            <a:off x="2314876" y="1609442"/>
            <a:ext cx="5388541" cy="1113800"/>
          </a:xfrm>
          <a:prstGeom prst="line">
            <a:avLst/>
          </a:prstGeom>
          <a:ln w="539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Parallelogram 39">
            <a:extLst>
              <a:ext uri="{FF2B5EF4-FFF2-40B4-BE49-F238E27FC236}">
                <a16:creationId xmlns:a16="http://schemas.microsoft.com/office/drawing/2014/main" id="{1A6841C6-865A-7646-A092-8C253A6F8A28}"/>
              </a:ext>
            </a:extLst>
          </p:cNvPr>
          <p:cNvSpPr/>
          <p:nvPr/>
        </p:nvSpPr>
        <p:spPr>
          <a:xfrm rot="724525">
            <a:off x="8011657" y="4624489"/>
            <a:ext cx="1168696" cy="232231"/>
          </a:xfrm>
          <a:prstGeom prst="parallelogram">
            <a:avLst>
              <a:gd name="adj" fmla="val 11741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Parallelogram 40">
            <a:extLst>
              <a:ext uri="{FF2B5EF4-FFF2-40B4-BE49-F238E27FC236}">
                <a16:creationId xmlns:a16="http://schemas.microsoft.com/office/drawing/2014/main" id="{41287D45-FBD3-51EB-6E85-705B4F64CEDE}"/>
              </a:ext>
            </a:extLst>
          </p:cNvPr>
          <p:cNvSpPr/>
          <p:nvPr/>
        </p:nvSpPr>
        <p:spPr>
          <a:xfrm rot="724525">
            <a:off x="8196658" y="4082977"/>
            <a:ext cx="1168696" cy="232231"/>
          </a:xfrm>
          <a:prstGeom prst="parallelogram">
            <a:avLst>
              <a:gd name="adj" fmla="val 11741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Parallelogram 41">
            <a:extLst>
              <a:ext uri="{FF2B5EF4-FFF2-40B4-BE49-F238E27FC236}">
                <a16:creationId xmlns:a16="http://schemas.microsoft.com/office/drawing/2014/main" id="{064ED54D-A89C-3987-CD50-69C68AF04242}"/>
              </a:ext>
            </a:extLst>
          </p:cNvPr>
          <p:cNvSpPr/>
          <p:nvPr/>
        </p:nvSpPr>
        <p:spPr>
          <a:xfrm rot="724525">
            <a:off x="8376049" y="3547379"/>
            <a:ext cx="1168696" cy="232231"/>
          </a:xfrm>
          <a:prstGeom prst="parallelogram">
            <a:avLst>
              <a:gd name="adj" fmla="val 11741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oup of people walking&#10;&#10;Description automatically generated">
            <a:extLst>
              <a:ext uri="{FF2B5EF4-FFF2-40B4-BE49-F238E27FC236}">
                <a16:creationId xmlns:a16="http://schemas.microsoft.com/office/drawing/2014/main" id="{AAE200A8-5A4F-AA16-4892-9F34556CE1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38" t="60786" r="6982" b="2360"/>
          <a:stretch/>
        </p:blipFill>
        <p:spPr>
          <a:xfrm rot="20972834" flipH="1">
            <a:off x="8621732" y="3287667"/>
            <a:ext cx="542374" cy="743651"/>
          </a:xfrm>
          <a:prstGeom prst="rect">
            <a:avLst/>
          </a:prstGeom>
        </p:spPr>
      </p:pic>
      <p:pic>
        <p:nvPicPr>
          <p:cNvPr id="5" name="Picture 4" descr="A group of people walking&#10;&#10;Description automatically generated">
            <a:extLst>
              <a:ext uri="{FF2B5EF4-FFF2-40B4-BE49-F238E27FC236}">
                <a16:creationId xmlns:a16="http://schemas.microsoft.com/office/drawing/2014/main" id="{274B4D71-6E5A-F350-9B6D-0F0D33DA00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4" t="22619" r="56496" b="40527"/>
          <a:stretch/>
        </p:blipFill>
        <p:spPr>
          <a:xfrm rot="20775331" flipH="1">
            <a:off x="8140524" y="4687323"/>
            <a:ext cx="542374" cy="743651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47F1D7D-ECAC-216F-2F4C-F58BE6A424E5}"/>
              </a:ext>
            </a:extLst>
          </p:cNvPr>
          <p:cNvCxnSpPr>
            <a:cxnSpLocks/>
          </p:cNvCxnSpPr>
          <p:nvPr/>
        </p:nvCxnSpPr>
        <p:spPr>
          <a:xfrm>
            <a:off x="3702844" y="2212041"/>
            <a:ext cx="5103019" cy="2486165"/>
          </a:xfrm>
          <a:prstGeom prst="line">
            <a:avLst/>
          </a:prstGeom>
          <a:ln w="53975">
            <a:solidFill>
              <a:schemeClr val="accent1"/>
            </a:solidFill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" name="Picture 9" descr="A group of trees and a lamp&#10;&#10;Description automatically generated">
            <a:extLst>
              <a:ext uri="{FF2B5EF4-FFF2-40B4-BE49-F238E27FC236}">
                <a16:creationId xmlns:a16="http://schemas.microsoft.com/office/drawing/2014/main" id="{E15C0660-D736-10B2-6E85-FC316970D3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62" r="39777" b="51116"/>
          <a:stretch/>
        </p:blipFill>
        <p:spPr>
          <a:xfrm flipH="1">
            <a:off x="2595709" y="3142682"/>
            <a:ext cx="862207" cy="1357884"/>
          </a:xfrm>
          <a:prstGeom prst="rect">
            <a:avLst/>
          </a:prstGeom>
        </p:spPr>
      </p:pic>
      <p:pic>
        <p:nvPicPr>
          <p:cNvPr id="13" name="Picture 12" descr="A group of trees and a lamp&#10;&#10;Description automatically generated">
            <a:extLst>
              <a:ext uri="{FF2B5EF4-FFF2-40B4-BE49-F238E27FC236}">
                <a16:creationId xmlns:a16="http://schemas.microsoft.com/office/drawing/2014/main" id="{CB77816A-86BF-9C85-57C6-6F201D4BBD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62" r="39777" b="51116"/>
          <a:stretch/>
        </p:blipFill>
        <p:spPr>
          <a:xfrm>
            <a:off x="4578042" y="821950"/>
            <a:ext cx="862207" cy="1357884"/>
          </a:xfrm>
          <a:prstGeom prst="rect">
            <a:avLst/>
          </a:prstGeom>
        </p:spPr>
      </p:pic>
      <p:pic>
        <p:nvPicPr>
          <p:cNvPr id="15" name="Picture 14" descr="A group of trees and a lamp&#10;&#10;Description automatically generated">
            <a:extLst>
              <a:ext uri="{FF2B5EF4-FFF2-40B4-BE49-F238E27FC236}">
                <a16:creationId xmlns:a16="http://schemas.microsoft.com/office/drawing/2014/main" id="{A70BE7D1-CC20-F353-E80C-3BEA48418C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62" r="39777" b="51116"/>
          <a:stretch/>
        </p:blipFill>
        <p:spPr>
          <a:xfrm>
            <a:off x="7292946" y="1351582"/>
            <a:ext cx="862207" cy="1357884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16A3CEDB-4DF9-D3CB-3885-F87041A20268}"/>
              </a:ext>
            </a:extLst>
          </p:cNvPr>
          <p:cNvSpPr txBox="1"/>
          <p:nvPr/>
        </p:nvSpPr>
        <p:spPr>
          <a:xfrm>
            <a:off x="6694230" y="4432941"/>
            <a:ext cx="1400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occluded</a:t>
            </a:r>
          </a:p>
        </p:txBody>
      </p:sp>
      <p:pic>
        <p:nvPicPr>
          <p:cNvPr id="26" name="Picture 25" descr="A white lamp post and a tree&#10;&#10;Description automatically generated">
            <a:extLst>
              <a:ext uri="{FF2B5EF4-FFF2-40B4-BE49-F238E27FC236}">
                <a16:creationId xmlns:a16="http://schemas.microsoft.com/office/drawing/2014/main" id="{1247470C-69D0-B494-B89A-D1C792CB0A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6" r="46458"/>
          <a:stretch/>
        </p:blipFill>
        <p:spPr>
          <a:xfrm>
            <a:off x="1270303" y="2934777"/>
            <a:ext cx="843819" cy="1293584"/>
          </a:xfrm>
          <a:prstGeom prst="rect">
            <a:avLst/>
          </a:prstGeom>
        </p:spPr>
      </p:pic>
      <p:pic>
        <p:nvPicPr>
          <p:cNvPr id="27" name="Picture 26" descr="A white lamp post and a tree&#10;&#10;Description automatically generated">
            <a:extLst>
              <a:ext uri="{FF2B5EF4-FFF2-40B4-BE49-F238E27FC236}">
                <a16:creationId xmlns:a16="http://schemas.microsoft.com/office/drawing/2014/main" id="{75D38D54-6227-EBC9-BB23-0A9D1E0732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6" r="46458"/>
          <a:stretch/>
        </p:blipFill>
        <p:spPr>
          <a:xfrm>
            <a:off x="3779242" y="3394630"/>
            <a:ext cx="843819" cy="1293584"/>
          </a:xfrm>
          <a:prstGeom prst="rect">
            <a:avLst/>
          </a:prstGeom>
        </p:spPr>
      </p:pic>
      <p:pic>
        <p:nvPicPr>
          <p:cNvPr id="29" name="Picture 28" descr="A white lamp post and a tree&#10;&#10;Description automatically generated">
            <a:extLst>
              <a:ext uri="{FF2B5EF4-FFF2-40B4-BE49-F238E27FC236}">
                <a16:creationId xmlns:a16="http://schemas.microsoft.com/office/drawing/2014/main" id="{CE9C25EE-648C-CF53-0315-79456B8ABA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6" r="46458"/>
          <a:stretch/>
        </p:blipFill>
        <p:spPr>
          <a:xfrm>
            <a:off x="2940029" y="467317"/>
            <a:ext cx="843819" cy="1293584"/>
          </a:xfrm>
          <a:prstGeom prst="rect">
            <a:avLst/>
          </a:prstGeom>
        </p:spPr>
      </p:pic>
      <p:pic>
        <p:nvPicPr>
          <p:cNvPr id="30" name="Picture 29" descr="A white lamp post and a tree&#10;&#10;Description automatically generated">
            <a:extLst>
              <a:ext uri="{FF2B5EF4-FFF2-40B4-BE49-F238E27FC236}">
                <a16:creationId xmlns:a16="http://schemas.microsoft.com/office/drawing/2014/main" id="{DA69F594-8A3A-9552-ACD7-0A7E9945AF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6" r="46458"/>
          <a:stretch/>
        </p:blipFill>
        <p:spPr>
          <a:xfrm>
            <a:off x="6015499" y="1090085"/>
            <a:ext cx="843819" cy="129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361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B27F3-EFD6-FF56-1E53-C42548600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>
            <a:extLst>
              <a:ext uri="{FF2B5EF4-FFF2-40B4-BE49-F238E27FC236}">
                <a16:creationId xmlns:a16="http://schemas.microsoft.com/office/drawing/2014/main" id="{0AF8C250-9442-8B63-F0DE-E04825D502BC}"/>
              </a:ext>
            </a:extLst>
          </p:cNvPr>
          <p:cNvGrpSpPr/>
          <p:nvPr/>
        </p:nvGrpSpPr>
        <p:grpSpPr>
          <a:xfrm rot="20412265">
            <a:off x="7401037" y="4573602"/>
            <a:ext cx="2138642" cy="1126142"/>
            <a:chOff x="6739359" y="5022601"/>
            <a:chExt cx="2138642" cy="1126142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09170B71-8102-E07A-93DD-719ACC988B6C}"/>
                </a:ext>
              </a:extLst>
            </p:cNvPr>
            <p:cNvSpPr/>
            <p:nvPr/>
          </p:nvSpPr>
          <p:spPr>
            <a:xfrm rot="2308066">
              <a:off x="7128735" y="5040601"/>
              <a:ext cx="1374058" cy="103172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ight Triangle 77">
              <a:extLst>
                <a:ext uri="{FF2B5EF4-FFF2-40B4-BE49-F238E27FC236}">
                  <a16:creationId xmlns:a16="http://schemas.microsoft.com/office/drawing/2014/main" id="{1B019B0B-7917-A77B-38D0-A11432B47DED}"/>
                </a:ext>
              </a:extLst>
            </p:cNvPr>
            <p:cNvSpPr/>
            <p:nvPr/>
          </p:nvSpPr>
          <p:spPr>
            <a:xfrm rot="7719948" flipH="1">
              <a:off x="8116107" y="4404146"/>
              <a:ext cx="143439" cy="1380349"/>
            </a:xfrm>
            <a:prstGeom prst="rt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ight Triangle 78">
              <a:extLst>
                <a:ext uri="{FF2B5EF4-FFF2-40B4-BE49-F238E27FC236}">
                  <a16:creationId xmlns:a16="http://schemas.microsoft.com/office/drawing/2014/main" id="{87363B12-E92D-2E2B-FACB-BE251CDE9F5B}"/>
                </a:ext>
              </a:extLst>
            </p:cNvPr>
            <p:cNvSpPr/>
            <p:nvPr/>
          </p:nvSpPr>
          <p:spPr>
            <a:xfrm rot="18507877" flipH="1" flipV="1">
              <a:off x="7330421" y="5357659"/>
              <a:ext cx="200022" cy="1382146"/>
            </a:xfrm>
            <a:prstGeom prst="rt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B5E097B-5A1D-5439-901C-38158FE264A3}"/>
              </a:ext>
            </a:extLst>
          </p:cNvPr>
          <p:cNvGrpSpPr/>
          <p:nvPr/>
        </p:nvGrpSpPr>
        <p:grpSpPr>
          <a:xfrm>
            <a:off x="7622006" y="2528878"/>
            <a:ext cx="2403459" cy="2189165"/>
            <a:chOff x="7651568" y="2543079"/>
            <a:chExt cx="2403459" cy="2189165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6FB5B283-8AE5-D0F7-3464-7FE6A861C6DC}"/>
                </a:ext>
              </a:extLst>
            </p:cNvPr>
            <p:cNvGrpSpPr/>
            <p:nvPr/>
          </p:nvGrpSpPr>
          <p:grpSpPr>
            <a:xfrm rot="20412593">
              <a:off x="7651568" y="2695749"/>
              <a:ext cx="2073224" cy="2036495"/>
              <a:chOff x="8006055" y="3679796"/>
              <a:chExt cx="2073224" cy="2036495"/>
            </a:xfrm>
          </p:grpSpPr>
          <p:sp>
            <p:nvSpPr>
              <p:cNvPr id="69" name="Flowchart: Manual Input 68">
                <a:extLst>
                  <a:ext uri="{FF2B5EF4-FFF2-40B4-BE49-F238E27FC236}">
                    <a16:creationId xmlns:a16="http://schemas.microsoft.com/office/drawing/2014/main" id="{A1726870-ED81-ECFE-D21F-9BEF37047CBB}"/>
                  </a:ext>
                </a:extLst>
              </p:cNvPr>
              <p:cNvSpPr/>
              <p:nvPr/>
            </p:nvSpPr>
            <p:spPr>
              <a:xfrm rot="2321051">
                <a:off x="8704426" y="3679796"/>
                <a:ext cx="1374853" cy="2036495"/>
              </a:xfrm>
              <a:prstGeom prst="flowChartManualInpu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Right Triangle 69">
                <a:extLst>
                  <a:ext uri="{FF2B5EF4-FFF2-40B4-BE49-F238E27FC236}">
                    <a16:creationId xmlns:a16="http://schemas.microsoft.com/office/drawing/2014/main" id="{80059080-097A-07C2-9AEB-BB01BF5A9095}"/>
                  </a:ext>
                </a:extLst>
              </p:cNvPr>
              <p:cNvSpPr/>
              <p:nvPr/>
            </p:nvSpPr>
            <p:spPr>
              <a:xfrm rot="18519115" flipH="1">
                <a:off x="8591544" y="4867329"/>
                <a:ext cx="212013" cy="1382991"/>
              </a:xfrm>
              <a:prstGeom prst="rtTriangl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Right Triangle 45">
              <a:extLst>
                <a:ext uri="{FF2B5EF4-FFF2-40B4-BE49-F238E27FC236}">
                  <a16:creationId xmlns:a16="http://schemas.microsoft.com/office/drawing/2014/main" id="{DFEA4F75-D0D9-3EBA-462B-CE3E4306FB4D}"/>
                </a:ext>
              </a:extLst>
            </p:cNvPr>
            <p:cNvSpPr/>
            <p:nvPr/>
          </p:nvSpPr>
          <p:spPr>
            <a:xfrm rot="758142" flipH="1">
              <a:off x="8439062" y="2543079"/>
              <a:ext cx="1615965" cy="342393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Parallelogram 42">
            <a:extLst>
              <a:ext uri="{FF2B5EF4-FFF2-40B4-BE49-F238E27FC236}">
                <a16:creationId xmlns:a16="http://schemas.microsoft.com/office/drawing/2014/main" id="{D353EB52-368C-512A-A4B9-4C448B955C5C}"/>
              </a:ext>
            </a:extLst>
          </p:cNvPr>
          <p:cNvSpPr/>
          <p:nvPr/>
        </p:nvSpPr>
        <p:spPr>
          <a:xfrm rot="724525">
            <a:off x="8549776" y="3026567"/>
            <a:ext cx="1168696" cy="232231"/>
          </a:xfrm>
          <a:prstGeom prst="parallelogram">
            <a:avLst>
              <a:gd name="adj" fmla="val 11741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A group of white objects&#10;&#10;Description automatically generated">
            <a:extLst>
              <a:ext uri="{FF2B5EF4-FFF2-40B4-BE49-F238E27FC236}">
                <a16:creationId xmlns:a16="http://schemas.microsoft.com/office/drawing/2014/main" id="{5C0E0D80-E0E8-CCA2-C798-6F52342194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12" t="36442" b="33560"/>
          <a:stretch/>
        </p:blipFill>
        <p:spPr>
          <a:xfrm rot="21045112" flipH="1">
            <a:off x="2883489" y="1847444"/>
            <a:ext cx="1267387" cy="93132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CC582B-FB7C-537A-A0DA-0DF3DCF0B23C}"/>
              </a:ext>
            </a:extLst>
          </p:cNvPr>
          <p:cNvCxnSpPr>
            <a:cxnSpLocks/>
          </p:cNvCxnSpPr>
          <p:nvPr/>
        </p:nvCxnSpPr>
        <p:spPr>
          <a:xfrm>
            <a:off x="1810445" y="2572134"/>
            <a:ext cx="5341390" cy="1109195"/>
          </a:xfrm>
          <a:prstGeom prst="line">
            <a:avLst/>
          </a:prstGeom>
          <a:ln w="53975">
            <a:solidFill>
              <a:schemeClr val="bg2">
                <a:lumMod val="75000"/>
              </a:schemeClr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DF2AE50-3F43-1EE8-DF77-30FA8CE40988}"/>
              </a:ext>
            </a:extLst>
          </p:cNvPr>
          <p:cNvCxnSpPr>
            <a:cxnSpLocks/>
          </p:cNvCxnSpPr>
          <p:nvPr/>
        </p:nvCxnSpPr>
        <p:spPr>
          <a:xfrm>
            <a:off x="1281858" y="3697806"/>
            <a:ext cx="5388541" cy="1113800"/>
          </a:xfrm>
          <a:prstGeom prst="line">
            <a:avLst/>
          </a:prstGeom>
          <a:ln w="539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A3CF1AD2-52A3-EDC5-9620-47F98D6905FB}"/>
              </a:ext>
            </a:extLst>
          </p:cNvPr>
          <p:cNvSpPr/>
          <p:nvPr/>
        </p:nvSpPr>
        <p:spPr>
          <a:xfrm rot="21102142">
            <a:off x="7713459" y="2604107"/>
            <a:ext cx="1604457" cy="196124"/>
          </a:xfrm>
          <a:custGeom>
            <a:avLst/>
            <a:gdLst>
              <a:gd name="connsiteX0" fmla="*/ 0 w 1952171"/>
              <a:gd name="connsiteY0" fmla="*/ 0 h 348343"/>
              <a:gd name="connsiteX1" fmla="*/ 1008743 w 1952171"/>
              <a:gd name="connsiteY1" fmla="*/ 348343 h 348343"/>
              <a:gd name="connsiteX2" fmla="*/ 1952171 w 1952171"/>
              <a:gd name="connsiteY2" fmla="*/ 0 h 348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2171" h="348343">
                <a:moveTo>
                  <a:pt x="0" y="0"/>
                </a:moveTo>
                <a:cubicBezTo>
                  <a:pt x="341690" y="174171"/>
                  <a:pt x="683381" y="348343"/>
                  <a:pt x="1008743" y="348343"/>
                </a:cubicBezTo>
                <a:cubicBezTo>
                  <a:pt x="1334105" y="348343"/>
                  <a:pt x="1790095" y="58057"/>
                  <a:pt x="1952171" y="0"/>
                </a:cubicBezTo>
              </a:path>
            </a:pathLst>
          </a:custGeom>
          <a:noFill/>
          <a:ln w="539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8ABB966C-BC01-B401-B409-0723BDD05616}"/>
              </a:ext>
            </a:extLst>
          </p:cNvPr>
          <p:cNvSpPr/>
          <p:nvPr/>
        </p:nvSpPr>
        <p:spPr>
          <a:xfrm rot="19319138">
            <a:off x="7020107" y="4577491"/>
            <a:ext cx="332267" cy="1248039"/>
          </a:xfrm>
          <a:custGeom>
            <a:avLst/>
            <a:gdLst>
              <a:gd name="connsiteX0" fmla="*/ 0 w 423776"/>
              <a:gd name="connsiteY0" fmla="*/ 0 h 907143"/>
              <a:gd name="connsiteX1" fmla="*/ 420914 w 423776"/>
              <a:gd name="connsiteY1" fmla="*/ 420915 h 907143"/>
              <a:gd name="connsiteX2" fmla="*/ 174171 w 423776"/>
              <a:gd name="connsiteY2" fmla="*/ 907143 h 90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776" h="907143">
                <a:moveTo>
                  <a:pt x="0" y="0"/>
                </a:moveTo>
                <a:cubicBezTo>
                  <a:pt x="195942" y="134862"/>
                  <a:pt x="391885" y="269724"/>
                  <a:pt x="420914" y="420915"/>
                </a:cubicBezTo>
                <a:cubicBezTo>
                  <a:pt x="449943" y="572106"/>
                  <a:pt x="250371" y="791029"/>
                  <a:pt x="174171" y="907143"/>
                </a:cubicBezTo>
              </a:path>
            </a:pathLst>
          </a:custGeom>
          <a:noFill/>
          <a:ln w="5334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EA21217-CCAA-55A3-6787-6CC26B47C767}"/>
              </a:ext>
            </a:extLst>
          </p:cNvPr>
          <p:cNvCxnSpPr>
            <a:cxnSpLocks/>
          </p:cNvCxnSpPr>
          <p:nvPr/>
        </p:nvCxnSpPr>
        <p:spPr>
          <a:xfrm>
            <a:off x="3691218" y="2212041"/>
            <a:ext cx="5632452" cy="764522"/>
          </a:xfrm>
          <a:prstGeom prst="line">
            <a:avLst/>
          </a:prstGeom>
          <a:ln w="53975">
            <a:solidFill>
              <a:schemeClr val="accent1"/>
            </a:solidFill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4119F943-B1B3-23E5-FED6-7F98260D7DA2}"/>
              </a:ext>
            </a:extLst>
          </p:cNvPr>
          <p:cNvSpPr txBox="1"/>
          <p:nvPr/>
        </p:nvSpPr>
        <p:spPr>
          <a:xfrm>
            <a:off x="7001113" y="3205039"/>
            <a:ext cx="899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visible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EFA59A1-4793-B6AF-D6C6-7BD2FA7526FB}"/>
              </a:ext>
            </a:extLst>
          </p:cNvPr>
          <p:cNvSpPr txBox="1"/>
          <p:nvPr/>
        </p:nvSpPr>
        <p:spPr>
          <a:xfrm>
            <a:off x="7023688" y="4560697"/>
            <a:ext cx="1400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occluded</a:t>
            </a:r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F502A013-0089-900A-40D9-1C3B0DA73B02}"/>
              </a:ext>
            </a:extLst>
          </p:cNvPr>
          <p:cNvSpPr/>
          <p:nvPr/>
        </p:nvSpPr>
        <p:spPr>
          <a:xfrm rot="724525">
            <a:off x="7813075" y="5212509"/>
            <a:ext cx="1168696" cy="232231"/>
          </a:xfrm>
          <a:prstGeom prst="parallelogram">
            <a:avLst>
              <a:gd name="adj" fmla="val 11741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group of white objects&#10;&#10;Description automatically generated">
            <a:extLst>
              <a:ext uri="{FF2B5EF4-FFF2-40B4-BE49-F238E27FC236}">
                <a16:creationId xmlns:a16="http://schemas.microsoft.com/office/drawing/2014/main" id="{688B21C3-9B0E-1B5C-0B1F-7512D98B9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626" b="63086"/>
          <a:stretch/>
        </p:blipFill>
        <p:spPr>
          <a:xfrm rot="21034154" flipH="1">
            <a:off x="4695064" y="3235346"/>
            <a:ext cx="2332872" cy="1592259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B33281C-6D99-A7B8-91CE-E3180B2530BE}"/>
              </a:ext>
            </a:extLst>
          </p:cNvPr>
          <p:cNvCxnSpPr>
            <a:cxnSpLocks/>
          </p:cNvCxnSpPr>
          <p:nvPr/>
        </p:nvCxnSpPr>
        <p:spPr>
          <a:xfrm>
            <a:off x="2314876" y="1609442"/>
            <a:ext cx="5388541" cy="1113800"/>
          </a:xfrm>
          <a:prstGeom prst="line">
            <a:avLst/>
          </a:prstGeom>
          <a:ln w="539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Parallelogram 39">
            <a:extLst>
              <a:ext uri="{FF2B5EF4-FFF2-40B4-BE49-F238E27FC236}">
                <a16:creationId xmlns:a16="http://schemas.microsoft.com/office/drawing/2014/main" id="{B69EC944-E4D6-4CCC-CA76-FB72D5CEDB42}"/>
              </a:ext>
            </a:extLst>
          </p:cNvPr>
          <p:cNvSpPr/>
          <p:nvPr/>
        </p:nvSpPr>
        <p:spPr>
          <a:xfrm rot="724525">
            <a:off x="8011657" y="4624489"/>
            <a:ext cx="1168696" cy="232231"/>
          </a:xfrm>
          <a:prstGeom prst="parallelogram">
            <a:avLst>
              <a:gd name="adj" fmla="val 11741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Parallelogram 40">
            <a:extLst>
              <a:ext uri="{FF2B5EF4-FFF2-40B4-BE49-F238E27FC236}">
                <a16:creationId xmlns:a16="http://schemas.microsoft.com/office/drawing/2014/main" id="{1BDDF9CF-D898-49D5-9A2C-A8876E2139CE}"/>
              </a:ext>
            </a:extLst>
          </p:cNvPr>
          <p:cNvSpPr/>
          <p:nvPr/>
        </p:nvSpPr>
        <p:spPr>
          <a:xfrm rot="724525">
            <a:off x="8196658" y="4082977"/>
            <a:ext cx="1168696" cy="232231"/>
          </a:xfrm>
          <a:prstGeom prst="parallelogram">
            <a:avLst>
              <a:gd name="adj" fmla="val 11741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Parallelogram 41">
            <a:extLst>
              <a:ext uri="{FF2B5EF4-FFF2-40B4-BE49-F238E27FC236}">
                <a16:creationId xmlns:a16="http://schemas.microsoft.com/office/drawing/2014/main" id="{FE0CB6D7-AE61-DC8D-7A53-8746DA166A6B}"/>
              </a:ext>
            </a:extLst>
          </p:cNvPr>
          <p:cNvSpPr/>
          <p:nvPr/>
        </p:nvSpPr>
        <p:spPr>
          <a:xfrm rot="724525">
            <a:off x="8376049" y="3547379"/>
            <a:ext cx="1168696" cy="232231"/>
          </a:xfrm>
          <a:prstGeom prst="parallelogram">
            <a:avLst>
              <a:gd name="adj" fmla="val 11741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oup of people walking&#10;&#10;Description automatically generated">
            <a:extLst>
              <a:ext uri="{FF2B5EF4-FFF2-40B4-BE49-F238E27FC236}">
                <a16:creationId xmlns:a16="http://schemas.microsoft.com/office/drawing/2014/main" id="{D9733654-5F2F-DB07-CC46-A793A45719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38" t="60786" r="6982" b="2360"/>
          <a:stretch/>
        </p:blipFill>
        <p:spPr>
          <a:xfrm rot="20972834" flipH="1">
            <a:off x="8621732" y="3287667"/>
            <a:ext cx="542374" cy="743651"/>
          </a:xfrm>
          <a:prstGeom prst="rect">
            <a:avLst/>
          </a:prstGeom>
        </p:spPr>
      </p:pic>
      <p:pic>
        <p:nvPicPr>
          <p:cNvPr id="5" name="Picture 4" descr="A group of people walking&#10;&#10;Description automatically generated">
            <a:extLst>
              <a:ext uri="{FF2B5EF4-FFF2-40B4-BE49-F238E27FC236}">
                <a16:creationId xmlns:a16="http://schemas.microsoft.com/office/drawing/2014/main" id="{5C7F185C-7428-E5BE-94A2-40744CADC4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4" t="22619" r="56496" b="40527"/>
          <a:stretch/>
        </p:blipFill>
        <p:spPr>
          <a:xfrm rot="20775331" flipH="1">
            <a:off x="8140524" y="4687323"/>
            <a:ext cx="542374" cy="743651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CFFA2E5-2225-727F-96D6-ECBD8ABBAA74}"/>
              </a:ext>
            </a:extLst>
          </p:cNvPr>
          <p:cNvCxnSpPr>
            <a:cxnSpLocks/>
          </p:cNvCxnSpPr>
          <p:nvPr/>
        </p:nvCxnSpPr>
        <p:spPr>
          <a:xfrm>
            <a:off x="3702844" y="2212041"/>
            <a:ext cx="5103019" cy="2486165"/>
          </a:xfrm>
          <a:prstGeom prst="line">
            <a:avLst/>
          </a:prstGeom>
          <a:ln w="53975">
            <a:solidFill>
              <a:schemeClr val="accent1"/>
            </a:solidFill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486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42968-9BE8-8805-C152-459CFBA13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group of white objects&#10;&#10;Description automatically generated">
            <a:extLst>
              <a:ext uri="{FF2B5EF4-FFF2-40B4-BE49-F238E27FC236}">
                <a16:creationId xmlns:a16="http://schemas.microsoft.com/office/drawing/2014/main" id="{FEDF65DF-4706-AE56-FE9F-E7398CEDB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2" t="30932" r="50015" b="45657"/>
          <a:stretch/>
        </p:blipFill>
        <p:spPr>
          <a:xfrm flipH="1">
            <a:off x="4229611" y="1160232"/>
            <a:ext cx="1558079" cy="1208797"/>
          </a:xfrm>
          <a:prstGeom prst="rect">
            <a:avLst/>
          </a:prstGeom>
        </p:spPr>
      </p:pic>
      <p:grpSp>
        <p:nvGrpSpPr>
          <p:cNvPr id="80" name="Group 79">
            <a:extLst>
              <a:ext uri="{FF2B5EF4-FFF2-40B4-BE49-F238E27FC236}">
                <a16:creationId xmlns:a16="http://schemas.microsoft.com/office/drawing/2014/main" id="{A9087111-5AEF-1E4D-438A-9F2FE93870AD}"/>
              </a:ext>
            </a:extLst>
          </p:cNvPr>
          <p:cNvGrpSpPr/>
          <p:nvPr/>
        </p:nvGrpSpPr>
        <p:grpSpPr>
          <a:xfrm>
            <a:off x="6790103" y="4750749"/>
            <a:ext cx="2254753" cy="1471716"/>
            <a:chOff x="6667238" y="4897223"/>
            <a:chExt cx="2254753" cy="1471716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E752751D-2844-7A1F-09BE-20DA9B0AAF39}"/>
                </a:ext>
              </a:extLst>
            </p:cNvPr>
            <p:cNvSpPr/>
            <p:nvPr/>
          </p:nvSpPr>
          <p:spPr>
            <a:xfrm rot="2308066">
              <a:off x="7134280" y="5042534"/>
              <a:ext cx="1367837" cy="103172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ight Triangle 77">
              <a:extLst>
                <a:ext uri="{FF2B5EF4-FFF2-40B4-BE49-F238E27FC236}">
                  <a16:creationId xmlns:a16="http://schemas.microsoft.com/office/drawing/2014/main" id="{BC6519DF-ABD7-F5C4-EF46-C27992704B8F}"/>
                </a:ext>
              </a:extLst>
            </p:cNvPr>
            <p:cNvSpPr/>
            <p:nvPr/>
          </p:nvSpPr>
          <p:spPr>
            <a:xfrm rot="7719948" flipH="1">
              <a:off x="8091378" y="4352685"/>
              <a:ext cx="286075" cy="1375151"/>
            </a:xfrm>
            <a:prstGeom prst="rt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ight Triangle 78">
              <a:extLst>
                <a:ext uri="{FF2B5EF4-FFF2-40B4-BE49-F238E27FC236}">
                  <a16:creationId xmlns:a16="http://schemas.microsoft.com/office/drawing/2014/main" id="{3FDB54B0-58BE-8B75-D50B-B7D4290122C6}"/>
                </a:ext>
              </a:extLst>
            </p:cNvPr>
            <p:cNvSpPr/>
            <p:nvPr/>
          </p:nvSpPr>
          <p:spPr>
            <a:xfrm rot="18507877" flipH="1" flipV="1">
              <a:off x="7104436" y="5476779"/>
              <a:ext cx="454962" cy="1329358"/>
            </a:xfrm>
            <a:prstGeom prst="rt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A587F09-CE9A-E70B-4135-7F582CC28769}"/>
              </a:ext>
            </a:extLst>
          </p:cNvPr>
          <p:cNvGrpSpPr/>
          <p:nvPr/>
        </p:nvGrpSpPr>
        <p:grpSpPr>
          <a:xfrm>
            <a:off x="7520871" y="3044567"/>
            <a:ext cx="2136646" cy="2162482"/>
            <a:chOff x="8047188" y="3489067"/>
            <a:chExt cx="2136646" cy="2162482"/>
          </a:xfrm>
        </p:grpSpPr>
        <p:sp>
          <p:nvSpPr>
            <p:cNvPr id="69" name="Flowchart: Manual Input 68">
              <a:extLst>
                <a:ext uri="{FF2B5EF4-FFF2-40B4-BE49-F238E27FC236}">
                  <a16:creationId xmlns:a16="http://schemas.microsoft.com/office/drawing/2014/main" id="{766B9904-DEE4-0874-F880-E6E2FDD2659C}"/>
                </a:ext>
              </a:extLst>
            </p:cNvPr>
            <p:cNvSpPr/>
            <p:nvPr/>
          </p:nvSpPr>
          <p:spPr>
            <a:xfrm rot="2321051">
              <a:off x="8808981" y="3489067"/>
              <a:ext cx="1374853" cy="2162482"/>
            </a:xfrm>
            <a:prstGeom prst="flowChartManualInpu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ight Triangle 69">
              <a:extLst>
                <a:ext uri="{FF2B5EF4-FFF2-40B4-BE49-F238E27FC236}">
                  <a16:creationId xmlns:a16="http://schemas.microsoft.com/office/drawing/2014/main" id="{9BF8E88A-E1AC-BD5F-C131-F165F795D07C}"/>
                </a:ext>
              </a:extLst>
            </p:cNvPr>
            <p:cNvSpPr/>
            <p:nvPr/>
          </p:nvSpPr>
          <p:spPr>
            <a:xfrm rot="18519115" flipH="1">
              <a:off x="8632677" y="4814702"/>
              <a:ext cx="212013" cy="1382991"/>
            </a:xfrm>
            <a:prstGeom prst="rtTriangl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FCE221B-9FFD-48C3-3C14-9239B0FCB52E}"/>
              </a:ext>
            </a:extLst>
          </p:cNvPr>
          <p:cNvCxnSpPr>
            <a:cxnSpLocks/>
          </p:cNvCxnSpPr>
          <p:nvPr/>
        </p:nvCxnSpPr>
        <p:spPr>
          <a:xfrm>
            <a:off x="2911296" y="1280507"/>
            <a:ext cx="4764567" cy="2671793"/>
          </a:xfrm>
          <a:prstGeom prst="line">
            <a:avLst/>
          </a:prstGeom>
          <a:ln w="53975">
            <a:solidFill>
              <a:schemeClr val="bg2">
                <a:lumMod val="75000"/>
              </a:schemeClr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A5C4871-59ED-3EBF-9F73-D762D7ED843C}"/>
              </a:ext>
            </a:extLst>
          </p:cNvPr>
          <p:cNvCxnSpPr>
            <a:cxnSpLocks/>
          </p:cNvCxnSpPr>
          <p:nvPr/>
        </p:nvCxnSpPr>
        <p:spPr>
          <a:xfrm>
            <a:off x="2220386" y="2284188"/>
            <a:ext cx="4445126" cy="2518226"/>
          </a:xfrm>
          <a:prstGeom prst="line">
            <a:avLst/>
          </a:prstGeom>
          <a:ln w="539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6B87A13-1A4F-88CA-AC72-0620290EBBB0}"/>
              </a:ext>
            </a:extLst>
          </p:cNvPr>
          <p:cNvCxnSpPr>
            <a:cxnSpLocks/>
          </p:cNvCxnSpPr>
          <p:nvPr/>
        </p:nvCxnSpPr>
        <p:spPr>
          <a:xfrm>
            <a:off x="3740882" y="332128"/>
            <a:ext cx="4446000" cy="2520000"/>
          </a:xfrm>
          <a:prstGeom prst="line">
            <a:avLst/>
          </a:prstGeom>
          <a:ln w="539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20668D8F-26C7-EBBE-ED07-7451E9FE728F}"/>
              </a:ext>
            </a:extLst>
          </p:cNvPr>
          <p:cNvSpPr/>
          <p:nvPr/>
        </p:nvSpPr>
        <p:spPr>
          <a:xfrm rot="587678">
            <a:off x="8136034" y="2971810"/>
            <a:ext cx="1604457" cy="196124"/>
          </a:xfrm>
          <a:custGeom>
            <a:avLst/>
            <a:gdLst>
              <a:gd name="connsiteX0" fmla="*/ 0 w 1952171"/>
              <a:gd name="connsiteY0" fmla="*/ 0 h 348343"/>
              <a:gd name="connsiteX1" fmla="*/ 1008743 w 1952171"/>
              <a:gd name="connsiteY1" fmla="*/ 348343 h 348343"/>
              <a:gd name="connsiteX2" fmla="*/ 1952171 w 1952171"/>
              <a:gd name="connsiteY2" fmla="*/ 0 h 348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2171" h="348343">
                <a:moveTo>
                  <a:pt x="0" y="0"/>
                </a:moveTo>
                <a:cubicBezTo>
                  <a:pt x="341690" y="174171"/>
                  <a:pt x="683381" y="348343"/>
                  <a:pt x="1008743" y="348343"/>
                </a:cubicBezTo>
                <a:cubicBezTo>
                  <a:pt x="1334105" y="348343"/>
                  <a:pt x="1790095" y="58057"/>
                  <a:pt x="1952171" y="0"/>
                </a:cubicBezTo>
              </a:path>
            </a:pathLst>
          </a:custGeom>
          <a:noFill/>
          <a:ln w="539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3D4DB9EF-4084-F5F5-FB5A-910119BFFE2B}"/>
              </a:ext>
            </a:extLst>
          </p:cNvPr>
          <p:cNvSpPr/>
          <p:nvPr/>
        </p:nvSpPr>
        <p:spPr>
          <a:xfrm rot="20444745">
            <a:off x="6846179" y="4717848"/>
            <a:ext cx="332267" cy="1175919"/>
          </a:xfrm>
          <a:custGeom>
            <a:avLst/>
            <a:gdLst>
              <a:gd name="connsiteX0" fmla="*/ 0 w 423776"/>
              <a:gd name="connsiteY0" fmla="*/ 0 h 907143"/>
              <a:gd name="connsiteX1" fmla="*/ 420914 w 423776"/>
              <a:gd name="connsiteY1" fmla="*/ 420915 h 907143"/>
              <a:gd name="connsiteX2" fmla="*/ 174171 w 423776"/>
              <a:gd name="connsiteY2" fmla="*/ 907143 h 90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776" h="907143">
                <a:moveTo>
                  <a:pt x="0" y="0"/>
                </a:moveTo>
                <a:cubicBezTo>
                  <a:pt x="195942" y="134862"/>
                  <a:pt x="391885" y="269724"/>
                  <a:pt x="420914" y="420915"/>
                </a:cubicBezTo>
                <a:cubicBezTo>
                  <a:pt x="449943" y="572106"/>
                  <a:pt x="250371" y="791029"/>
                  <a:pt x="174171" y="907143"/>
                </a:cubicBezTo>
              </a:path>
            </a:pathLst>
          </a:custGeom>
          <a:noFill/>
          <a:ln w="5334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Parallelogram 58">
            <a:extLst>
              <a:ext uri="{FF2B5EF4-FFF2-40B4-BE49-F238E27FC236}">
                <a16:creationId xmlns:a16="http://schemas.microsoft.com/office/drawing/2014/main" id="{408D9A96-2435-3425-A052-BD6BBE03A54D}"/>
              </a:ext>
            </a:extLst>
          </p:cNvPr>
          <p:cNvSpPr/>
          <p:nvPr/>
        </p:nvSpPr>
        <p:spPr>
          <a:xfrm rot="1507160">
            <a:off x="8802917" y="3591101"/>
            <a:ext cx="1168696" cy="232231"/>
          </a:xfrm>
          <a:prstGeom prst="parallelogram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Parallelogram 59">
            <a:extLst>
              <a:ext uri="{FF2B5EF4-FFF2-40B4-BE49-F238E27FC236}">
                <a16:creationId xmlns:a16="http://schemas.microsoft.com/office/drawing/2014/main" id="{7B3781D0-96DE-62D0-5C1F-25AA005B0F5D}"/>
              </a:ext>
            </a:extLst>
          </p:cNvPr>
          <p:cNvSpPr/>
          <p:nvPr/>
        </p:nvSpPr>
        <p:spPr>
          <a:xfrm rot="1507160">
            <a:off x="8441586" y="4050863"/>
            <a:ext cx="1168696" cy="232231"/>
          </a:xfrm>
          <a:prstGeom prst="parallelogram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Parallelogram 60">
            <a:extLst>
              <a:ext uri="{FF2B5EF4-FFF2-40B4-BE49-F238E27FC236}">
                <a16:creationId xmlns:a16="http://schemas.microsoft.com/office/drawing/2014/main" id="{1ED78C66-5F31-75A1-900A-CAFDD442E9F0}"/>
              </a:ext>
            </a:extLst>
          </p:cNvPr>
          <p:cNvSpPr/>
          <p:nvPr/>
        </p:nvSpPr>
        <p:spPr>
          <a:xfrm rot="1507160">
            <a:off x="8054001" y="4519345"/>
            <a:ext cx="1168696" cy="232231"/>
          </a:xfrm>
          <a:prstGeom prst="parallelogram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Parallelogram 61">
            <a:extLst>
              <a:ext uri="{FF2B5EF4-FFF2-40B4-BE49-F238E27FC236}">
                <a16:creationId xmlns:a16="http://schemas.microsoft.com/office/drawing/2014/main" id="{B5BB6061-BA30-DA47-BC41-140EA33C54B5}"/>
              </a:ext>
            </a:extLst>
          </p:cNvPr>
          <p:cNvSpPr/>
          <p:nvPr/>
        </p:nvSpPr>
        <p:spPr>
          <a:xfrm rot="1507160">
            <a:off x="7680931" y="4987827"/>
            <a:ext cx="1168696" cy="232231"/>
          </a:xfrm>
          <a:prstGeom prst="parallelogram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Parallelogram 62">
            <a:extLst>
              <a:ext uri="{FF2B5EF4-FFF2-40B4-BE49-F238E27FC236}">
                <a16:creationId xmlns:a16="http://schemas.microsoft.com/office/drawing/2014/main" id="{8D95C59B-E8BA-978F-E92D-10D191C115EA}"/>
              </a:ext>
            </a:extLst>
          </p:cNvPr>
          <p:cNvSpPr/>
          <p:nvPr/>
        </p:nvSpPr>
        <p:spPr>
          <a:xfrm rot="1507160">
            <a:off x="7310863" y="5468331"/>
            <a:ext cx="1168696" cy="232231"/>
          </a:xfrm>
          <a:prstGeom prst="parallelogram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9D56D85-A0A8-5D9A-4F54-BB3611F1BABA}"/>
              </a:ext>
            </a:extLst>
          </p:cNvPr>
          <p:cNvCxnSpPr>
            <a:cxnSpLocks/>
          </p:cNvCxnSpPr>
          <p:nvPr/>
        </p:nvCxnSpPr>
        <p:spPr>
          <a:xfrm>
            <a:off x="5221409" y="1744846"/>
            <a:ext cx="3105479" cy="3438893"/>
          </a:xfrm>
          <a:prstGeom prst="line">
            <a:avLst/>
          </a:prstGeom>
          <a:ln w="53975">
            <a:solidFill>
              <a:schemeClr val="accent1"/>
            </a:solidFill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FD7283D-C749-D3AF-C669-40D43D9A70F4}"/>
              </a:ext>
            </a:extLst>
          </p:cNvPr>
          <p:cNvCxnSpPr>
            <a:cxnSpLocks/>
          </p:cNvCxnSpPr>
          <p:nvPr/>
        </p:nvCxnSpPr>
        <p:spPr>
          <a:xfrm>
            <a:off x="5220994" y="1746037"/>
            <a:ext cx="4532304" cy="1773273"/>
          </a:xfrm>
          <a:prstGeom prst="line">
            <a:avLst/>
          </a:prstGeom>
          <a:ln w="53975">
            <a:solidFill>
              <a:schemeClr val="accent1"/>
            </a:solidFill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4623DD9D-CFE4-CD5E-C12B-36EF2A13DE3B}"/>
              </a:ext>
            </a:extLst>
          </p:cNvPr>
          <p:cNvSpPr txBox="1"/>
          <p:nvPr/>
        </p:nvSpPr>
        <p:spPr>
          <a:xfrm>
            <a:off x="7659247" y="3359890"/>
            <a:ext cx="899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visible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DC4AEC0-37AB-4C9F-EE47-D0A8D88892C8}"/>
              </a:ext>
            </a:extLst>
          </p:cNvPr>
          <p:cNvSpPr txBox="1"/>
          <p:nvPr/>
        </p:nvSpPr>
        <p:spPr>
          <a:xfrm>
            <a:off x="5977864" y="5057006"/>
            <a:ext cx="1400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occluded</a:t>
            </a:r>
          </a:p>
        </p:txBody>
      </p:sp>
      <p:pic>
        <p:nvPicPr>
          <p:cNvPr id="3" name="Picture 2" descr="A group of people walking&#10;&#10;Description automatically generated">
            <a:extLst>
              <a:ext uri="{FF2B5EF4-FFF2-40B4-BE49-F238E27FC236}">
                <a16:creationId xmlns:a16="http://schemas.microsoft.com/office/drawing/2014/main" id="{F0438E69-22E0-27FD-07F8-876ACEB4D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4" t="22619" r="56496" b="40527"/>
          <a:stretch/>
        </p:blipFill>
        <p:spPr>
          <a:xfrm flipH="1">
            <a:off x="7656800" y="5054502"/>
            <a:ext cx="542374" cy="743651"/>
          </a:xfrm>
          <a:prstGeom prst="rect">
            <a:avLst/>
          </a:prstGeom>
        </p:spPr>
      </p:pic>
      <p:pic>
        <p:nvPicPr>
          <p:cNvPr id="5" name="Picture 4" descr="A group of people walking&#10;&#10;Description automatically generated">
            <a:extLst>
              <a:ext uri="{FF2B5EF4-FFF2-40B4-BE49-F238E27FC236}">
                <a16:creationId xmlns:a16="http://schemas.microsoft.com/office/drawing/2014/main" id="{287C8C9F-7F95-179B-0BB9-487B44E0FF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38" t="60786" r="6982" b="2360"/>
          <a:stretch/>
        </p:blipFill>
        <p:spPr>
          <a:xfrm flipH="1">
            <a:off x="8667075" y="3713800"/>
            <a:ext cx="542374" cy="743651"/>
          </a:xfrm>
          <a:prstGeom prst="rect">
            <a:avLst/>
          </a:prstGeom>
        </p:spPr>
      </p:pic>
      <p:pic>
        <p:nvPicPr>
          <p:cNvPr id="13" name="Picture 12" descr="A group of white objects&#10;&#10;Description automatically generated">
            <a:extLst>
              <a:ext uri="{FF2B5EF4-FFF2-40B4-BE49-F238E27FC236}">
                <a16:creationId xmlns:a16="http://schemas.microsoft.com/office/drawing/2014/main" id="{E1BF0DF1-9929-6730-9532-27D6344258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90" b="69203"/>
          <a:stretch/>
        </p:blipFill>
        <p:spPr>
          <a:xfrm flipH="1">
            <a:off x="4523649" y="2735473"/>
            <a:ext cx="2661320" cy="2018216"/>
          </a:xfrm>
          <a:prstGeom prst="rect">
            <a:avLst/>
          </a:prstGeom>
        </p:spPr>
      </p:pic>
      <p:pic>
        <p:nvPicPr>
          <p:cNvPr id="15" name="Picture 14" descr="A group of white objects&#10;&#10;Description automatically generated">
            <a:extLst>
              <a:ext uri="{FF2B5EF4-FFF2-40B4-BE49-F238E27FC236}">
                <a16:creationId xmlns:a16="http://schemas.microsoft.com/office/drawing/2014/main" id="{A3F77086-1B9C-404F-2AEA-DDCCFE737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83" t="56943" r="38613" b="21529"/>
          <a:stretch/>
        </p:blipFill>
        <p:spPr>
          <a:xfrm flipH="1">
            <a:off x="1960637" y="2066890"/>
            <a:ext cx="1612353" cy="1476411"/>
          </a:xfrm>
          <a:prstGeom prst="rect">
            <a:avLst/>
          </a:prstGeom>
        </p:spPr>
      </p:pic>
      <p:pic>
        <p:nvPicPr>
          <p:cNvPr id="16" name="Picture 15" descr="A group of white objects&#10;&#10;Description automatically generated">
            <a:extLst>
              <a:ext uri="{FF2B5EF4-FFF2-40B4-BE49-F238E27FC236}">
                <a16:creationId xmlns:a16="http://schemas.microsoft.com/office/drawing/2014/main" id="{D629456D-DC8A-FE2F-5F3F-43E275DC8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83" t="78929" r="38613"/>
          <a:stretch/>
        </p:blipFill>
        <p:spPr>
          <a:xfrm>
            <a:off x="3089184" y="2721944"/>
            <a:ext cx="1612353" cy="1445034"/>
          </a:xfrm>
          <a:prstGeom prst="rect">
            <a:avLst/>
          </a:prstGeom>
        </p:spPr>
      </p:pic>
      <p:pic>
        <p:nvPicPr>
          <p:cNvPr id="17" name="Picture 16" descr="A group of white objects&#10;&#10;Description automatically generated">
            <a:extLst>
              <a:ext uri="{FF2B5EF4-FFF2-40B4-BE49-F238E27FC236}">
                <a16:creationId xmlns:a16="http://schemas.microsoft.com/office/drawing/2014/main" id="{5C9378D2-321E-7FFC-75F0-0197E5878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83" t="56943" r="38613" b="21529"/>
          <a:stretch/>
        </p:blipFill>
        <p:spPr>
          <a:xfrm flipH="1">
            <a:off x="6960393" y="1124392"/>
            <a:ext cx="1612353" cy="147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57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5E20C-ADC7-6937-C753-659285292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white objects&#10;&#10;Description automatically generated">
            <a:extLst>
              <a:ext uri="{FF2B5EF4-FFF2-40B4-BE49-F238E27FC236}">
                <a16:creationId xmlns:a16="http://schemas.microsoft.com/office/drawing/2014/main" id="{C32B12F2-6FF5-06BA-98DB-2B8E68601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900" y="550258"/>
            <a:ext cx="3915394" cy="3863947"/>
          </a:xfrm>
          <a:prstGeom prst="rect">
            <a:avLst/>
          </a:prstGeom>
        </p:spPr>
      </p:pic>
      <p:pic>
        <p:nvPicPr>
          <p:cNvPr id="8" name="Picture 7" descr="A group of white objects&#10;&#10;Description automatically generated">
            <a:extLst>
              <a:ext uri="{FF2B5EF4-FFF2-40B4-BE49-F238E27FC236}">
                <a16:creationId xmlns:a16="http://schemas.microsoft.com/office/drawing/2014/main" id="{E00B82AC-2378-3C97-02C4-B7786CC3EF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282" y="954859"/>
            <a:ext cx="4612559" cy="4317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284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1646</TotalTime>
  <Words>6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Tongyao Jia</dc:creator>
  <cp:lastModifiedBy>Tongyao Jia</cp:lastModifiedBy>
  <cp:revision>1</cp:revision>
  <dcterms:created xsi:type="dcterms:W3CDTF">2024-11-09T00:45:05Z</dcterms:created>
  <dcterms:modified xsi:type="dcterms:W3CDTF">2024-12-13T21:46:17Z</dcterms:modified>
</cp:coreProperties>
</file>