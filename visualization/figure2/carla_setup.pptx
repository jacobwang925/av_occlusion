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7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0E7D0F-966D-4F59-AEF5-F03A0F9705E6}" v="10" dt="2024-12-09T21:14:10.0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gyao Jia" userId="5bdfd663-bea6-4556-8f75-ebbae3e057d5" providerId="ADAL" clId="{9ADDF36F-515E-43F9-AA55-75AED780312B}"/>
    <pc:docChg chg="undo redo custSel addSld modSld">
      <pc:chgData name="Tongyao Jia" userId="5bdfd663-bea6-4556-8f75-ebbae3e057d5" providerId="ADAL" clId="{9ADDF36F-515E-43F9-AA55-75AED780312B}" dt="2024-09-18T00:58:33.712" v="1502" actId="1035"/>
      <pc:docMkLst>
        <pc:docMk/>
      </pc:docMkLst>
      <pc:sldChg chg="addSp delSp modSp new mod">
        <pc:chgData name="Tongyao Jia" userId="5bdfd663-bea6-4556-8f75-ebbae3e057d5" providerId="ADAL" clId="{9ADDF36F-515E-43F9-AA55-75AED780312B}" dt="2024-09-18T00:58:33.712" v="1502" actId="1035"/>
        <pc:sldMkLst>
          <pc:docMk/>
          <pc:sldMk cId="1609205385" sldId="256"/>
        </pc:sldMkLst>
        <pc:spChg chg="add mod">
          <ac:chgData name="Tongyao Jia" userId="5bdfd663-bea6-4556-8f75-ebbae3e057d5" providerId="ADAL" clId="{9ADDF36F-515E-43F9-AA55-75AED780312B}" dt="2024-09-18T00:58:09.009" v="1494" actId="20577"/>
          <ac:spMkLst>
            <pc:docMk/>
            <pc:sldMk cId="1609205385" sldId="256"/>
            <ac:spMk id="2" creationId="{BC2351D6-E01C-6A3E-D4D5-E9FADCDB1FF1}"/>
          </ac:spMkLst>
        </pc:spChg>
        <pc:spChg chg="del">
          <ac:chgData name="Tongyao Jia" userId="5bdfd663-bea6-4556-8f75-ebbae3e057d5" providerId="ADAL" clId="{9ADDF36F-515E-43F9-AA55-75AED780312B}" dt="2024-09-05T13:40:51.851" v="3" actId="478"/>
          <ac:spMkLst>
            <pc:docMk/>
            <pc:sldMk cId="1609205385" sldId="256"/>
            <ac:spMk id="2" creationId="{E1B943EF-AF4F-0119-0D7B-E381CA2E969D}"/>
          </ac:spMkLst>
        </pc:spChg>
        <pc:spChg chg="del">
          <ac:chgData name="Tongyao Jia" userId="5bdfd663-bea6-4556-8f75-ebbae3e057d5" providerId="ADAL" clId="{9ADDF36F-515E-43F9-AA55-75AED780312B}" dt="2024-09-05T13:40:51.851" v="3" actId="478"/>
          <ac:spMkLst>
            <pc:docMk/>
            <pc:sldMk cId="1609205385" sldId="256"/>
            <ac:spMk id="3" creationId="{45029736-9290-3E08-CF1F-B73F4122FBE0}"/>
          </ac:spMkLst>
        </pc:spChg>
        <pc:spChg chg="add mod">
          <ac:chgData name="Tongyao Jia" userId="5bdfd663-bea6-4556-8f75-ebbae3e057d5" providerId="ADAL" clId="{9ADDF36F-515E-43F9-AA55-75AED780312B}" dt="2024-09-09T19:45:56.481" v="955" actId="207"/>
          <ac:spMkLst>
            <pc:docMk/>
            <pc:sldMk cId="1609205385" sldId="256"/>
            <ac:spMk id="4" creationId="{28E9D494-4373-4BD9-BEDF-32B6FA5D5FB5}"/>
          </ac:spMkLst>
        </pc:spChg>
        <pc:spChg chg="add mod">
          <ac:chgData name="Tongyao Jia" userId="5bdfd663-bea6-4556-8f75-ebbae3e057d5" providerId="ADAL" clId="{9ADDF36F-515E-43F9-AA55-75AED780312B}" dt="2024-09-11T20:04:42.928" v="1336" actId="1076"/>
          <ac:spMkLst>
            <pc:docMk/>
            <pc:sldMk cId="1609205385" sldId="256"/>
            <ac:spMk id="6" creationId="{9CB06BBB-6AA8-ADFC-8FF6-061CC6CE3C68}"/>
          </ac:spMkLst>
        </pc:spChg>
        <pc:spChg chg="add mod">
          <ac:chgData name="Tongyao Jia" userId="5bdfd663-bea6-4556-8f75-ebbae3e057d5" providerId="ADAL" clId="{9ADDF36F-515E-43F9-AA55-75AED780312B}" dt="2024-09-16T21:17:04.680" v="1489" actId="1035"/>
          <ac:spMkLst>
            <pc:docMk/>
            <pc:sldMk cId="1609205385" sldId="256"/>
            <ac:spMk id="11" creationId="{1C56D715-E7B5-7392-E4B7-AD1F8B2F9102}"/>
          </ac:spMkLst>
        </pc:spChg>
        <pc:spChg chg="add mod">
          <ac:chgData name="Tongyao Jia" userId="5bdfd663-bea6-4556-8f75-ebbae3e057d5" providerId="ADAL" clId="{9ADDF36F-515E-43F9-AA55-75AED780312B}" dt="2024-09-11T20:05:57.576" v="1349"/>
          <ac:spMkLst>
            <pc:docMk/>
            <pc:sldMk cId="1609205385" sldId="256"/>
            <ac:spMk id="11" creationId="{7EEDC95D-7892-29A8-1F7C-54B224D6BEE1}"/>
          </ac:spMkLst>
        </pc:spChg>
        <pc:spChg chg="add del">
          <ac:chgData name="Tongyao Jia" userId="5bdfd663-bea6-4556-8f75-ebbae3e057d5" providerId="ADAL" clId="{9ADDF36F-515E-43F9-AA55-75AED780312B}" dt="2024-09-05T14:34:59.536" v="16" actId="478"/>
          <ac:spMkLst>
            <pc:docMk/>
            <pc:sldMk cId="1609205385" sldId="256"/>
            <ac:spMk id="13" creationId="{CD094E76-62AD-731C-38D2-0194BAE2F679}"/>
          </ac:spMkLst>
        </pc:spChg>
        <pc:spChg chg="add del mod">
          <ac:chgData name="Tongyao Jia" userId="5bdfd663-bea6-4556-8f75-ebbae3e057d5" providerId="ADAL" clId="{9ADDF36F-515E-43F9-AA55-75AED780312B}" dt="2024-09-05T14:34:57.907" v="15" actId="478"/>
          <ac:spMkLst>
            <pc:docMk/>
            <pc:sldMk cId="1609205385" sldId="256"/>
            <ac:spMk id="14" creationId="{25DE0D2A-D0C8-854F-DBDF-F0F907019778}"/>
          </ac:spMkLst>
        </pc:spChg>
        <pc:spChg chg="add mod">
          <ac:chgData name="Tongyao Jia" userId="5bdfd663-bea6-4556-8f75-ebbae3e057d5" providerId="ADAL" clId="{9ADDF36F-515E-43F9-AA55-75AED780312B}" dt="2024-09-16T21:16:02.860" v="1465" actId="1076"/>
          <ac:spMkLst>
            <pc:docMk/>
            <pc:sldMk cId="1609205385" sldId="256"/>
            <ac:spMk id="14" creationId="{ADB1F38E-C127-57BD-65C9-FBE86D1C28CE}"/>
          </ac:spMkLst>
        </pc:spChg>
        <pc:spChg chg="add mod">
          <ac:chgData name="Tongyao Jia" userId="5bdfd663-bea6-4556-8f75-ebbae3e057d5" providerId="ADAL" clId="{9ADDF36F-515E-43F9-AA55-75AED780312B}" dt="2024-09-16T21:17:14.722" v="1491" actId="1076"/>
          <ac:spMkLst>
            <pc:docMk/>
            <pc:sldMk cId="1609205385" sldId="256"/>
            <ac:spMk id="15" creationId="{BCCDFC4E-EA20-444C-21EB-F910F57F151C}"/>
          </ac:spMkLst>
        </pc:spChg>
        <pc:spChg chg="add del">
          <ac:chgData name="Tongyao Jia" userId="5bdfd663-bea6-4556-8f75-ebbae3e057d5" providerId="ADAL" clId="{9ADDF36F-515E-43F9-AA55-75AED780312B}" dt="2024-09-09T19:47:30.182" v="965" actId="478"/>
          <ac:spMkLst>
            <pc:docMk/>
            <pc:sldMk cId="1609205385" sldId="256"/>
            <ac:spMk id="16" creationId="{A0410DAC-DD1E-C2DB-6834-EAD48FF9BF3F}"/>
          </ac:spMkLst>
        </pc:spChg>
        <pc:spChg chg="add del mod">
          <ac:chgData name="Tongyao Jia" userId="5bdfd663-bea6-4556-8f75-ebbae3e057d5" providerId="ADAL" clId="{9ADDF36F-515E-43F9-AA55-75AED780312B}" dt="2024-09-09T19:47:55.139" v="969" actId="478"/>
          <ac:spMkLst>
            <pc:docMk/>
            <pc:sldMk cId="1609205385" sldId="256"/>
            <ac:spMk id="17" creationId="{28C1E053-637E-583A-B2E0-5A458DE15923}"/>
          </ac:spMkLst>
        </pc:spChg>
        <pc:spChg chg="add del mod">
          <ac:chgData name="Tongyao Jia" userId="5bdfd663-bea6-4556-8f75-ebbae3e057d5" providerId="ADAL" clId="{9ADDF36F-515E-43F9-AA55-75AED780312B}" dt="2024-09-05T14:36:51.619" v="31" actId="478"/>
          <ac:spMkLst>
            <pc:docMk/>
            <pc:sldMk cId="1609205385" sldId="256"/>
            <ac:spMk id="17" creationId="{784874D7-DA26-3279-8745-90F1E8E5F7D8}"/>
          </ac:spMkLst>
        </pc:spChg>
        <pc:spChg chg="add mod">
          <ac:chgData name="Tongyao Jia" userId="5bdfd663-bea6-4556-8f75-ebbae3e057d5" providerId="ADAL" clId="{9ADDF36F-515E-43F9-AA55-75AED780312B}" dt="2024-09-06T20:57:40.644" v="857" actId="1076"/>
          <ac:spMkLst>
            <pc:docMk/>
            <pc:sldMk cId="1609205385" sldId="256"/>
            <ac:spMk id="18" creationId="{EF18FC84-F0DB-63A4-269F-A58508026580}"/>
          </ac:spMkLst>
        </pc:spChg>
        <pc:spChg chg="add mod">
          <ac:chgData name="Tongyao Jia" userId="5bdfd663-bea6-4556-8f75-ebbae3e057d5" providerId="ADAL" clId="{9ADDF36F-515E-43F9-AA55-75AED780312B}" dt="2024-09-06T20:57:55.509" v="918" actId="1036"/>
          <ac:spMkLst>
            <pc:docMk/>
            <pc:sldMk cId="1609205385" sldId="256"/>
            <ac:spMk id="19" creationId="{4BE665A7-398B-A227-D723-BDC508CCA233}"/>
          </ac:spMkLst>
        </pc:spChg>
        <pc:spChg chg="add del mod">
          <ac:chgData name="Tongyao Jia" userId="5bdfd663-bea6-4556-8f75-ebbae3e057d5" providerId="ADAL" clId="{9ADDF36F-515E-43F9-AA55-75AED780312B}" dt="2024-09-09T19:48:08.529" v="973" actId="478"/>
          <ac:spMkLst>
            <pc:docMk/>
            <pc:sldMk cId="1609205385" sldId="256"/>
            <ac:spMk id="21" creationId="{76E25A35-35F3-F17B-FB56-BCF751D22BA6}"/>
          </ac:spMkLst>
        </pc:spChg>
        <pc:spChg chg="add del mod">
          <ac:chgData name="Tongyao Jia" userId="5bdfd663-bea6-4556-8f75-ebbae3e057d5" providerId="ADAL" clId="{9ADDF36F-515E-43F9-AA55-75AED780312B}" dt="2024-09-09T20:01:24.310" v="977" actId="478"/>
          <ac:spMkLst>
            <pc:docMk/>
            <pc:sldMk cId="1609205385" sldId="256"/>
            <ac:spMk id="23" creationId="{380FD05F-534A-5F60-5301-AA6C6854C6E9}"/>
          </ac:spMkLst>
        </pc:spChg>
        <pc:spChg chg="add del mod">
          <ac:chgData name="Tongyao Jia" userId="5bdfd663-bea6-4556-8f75-ebbae3e057d5" providerId="ADAL" clId="{9ADDF36F-515E-43F9-AA55-75AED780312B}" dt="2024-09-09T20:02:11.196" v="982" actId="478"/>
          <ac:spMkLst>
            <pc:docMk/>
            <pc:sldMk cId="1609205385" sldId="256"/>
            <ac:spMk id="26" creationId="{0FFCF121-20FD-5978-0D15-6975F8A48D9A}"/>
          </ac:spMkLst>
        </pc:spChg>
        <pc:spChg chg="mod">
          <ac:chgData name="Tongyao Jia" userId="5bdfd663-bea6-4556-8f75-ebbae3e057d5" providerId="ADAL" clId="{9ADDF36F-515E-43F9-AA55-75AED780312B}" dt="2024-09-06T20:14:58.892" v="814" actId="114"/>
          <ac:spMkLst>
            <pc:docMk/>
            <pc:sldMk cId="1609205385" sldId="256"/>
            <ac:spMk id="27" creationId="{C2E1832E-87BC-0894-8A99-33EC1632F988}"/>
          </ac:spMkLst>
        </pc:spChg>
        <pc:spChg chg="del mod">
          <ac:chgData name="Tongyao Jia" userId="5bdfd663-bea6-4556-8f75-ebbae3e057d5" providerId="ADAL" clId="{9ADDF36F-515E-43F9-AA55-75AED780312B}" dt="2024-09-05T18:01:45.997" v="123" actId="478"/>
          <ac:spMkLst>
            <pc:docMk/>
            <pc:sldMk cId="1609205385" sldId="256"/>
            <ac:spMk id="28" creationId="{74472F77-6E0E-3E29-88DC-9927D685A365}"/>
          </ac:spMkLst>
        </pc:spChg>
        <pc:spChg chg="add del">
          <ac:chgData name="Tongyao Jia" userId="5bdfd663-bea6-4556-8f75-ebbae3e057d5" providerId="ADAL" clId="{9ADDF36F-515E-43F9-AA55-75AED780312B}" dt="2024-09-09T20:02:23.288" v="984" actId="478"/>
          <ac:spMkLst>
            <pc:docMk/>
            <pc:sldMk cId="1609205385" sldId="256"/>
            <ac:spMk id="28" creationId="{7781FCBE-6011-4FDF-BD7E-BDA35CD13887}"/>
          </ac:spMkLst>
        </pc:spChg>
        <pc:spChg chg="add del mod">
          <ac:chgData name="Tongyao Jia" userId="5bdfd663-bea6-4556-8f75-ebbae3e057d5" providerId="ADAL" clId="{9ADDF36F-515E-43F9-AA55-75AED780312B}" dt="2024-09-09T20:02:36.795" v="987" actId="478"/>
          <ac:spMkLst>
            <pc:docMk/>
            <pc:sldMk cId="1609205385" sldId="256"/>
            <ac:spMk id="29" creationId="{316B3624-7F8F-6AC2-A898-94AEC7AFEFA2}"/>
          </ac:spMkLst>
        </pc:spChg>
        <pc:spChg chg="add del mod">
          <ac:chgData name="Tongyao Jia" userId="5bdfd663-bea6-4556-8f75-ebbae3e057d5" providerId="ADAL" clId="{9ADDF36F-515E-43F9-AA55-75AED780312B}" dt="2024-09-09T20:02:47.406" v="990" actId="478"/>
          <ac:spMkLst>
            <pc:docMk/>
            <pc:sldMk cId="1609205385" sldId="256"/>
            <ac:spMk id="30" creationId="{2F9B1D47-1001-BF94-7164-741F75487596}"/>
          </ac:spMkLst>
        </pc:spChg>
        <pc:spChg chg="add del">
          <ac:chgData name="Tongyao Jia" userId="5bdfd663-bea6-4556-8f75-ebbae3e057d5" providerId="ADAL" clId="{9ADDF36F-515E-43F9-AA55-75AED780312B}" dt="2024-09-05T18:04:58.820" v="181" actId="22"/>
          <ac:spMkLst>
            <pc:docMk/>
            <pc:sldMk cId="1609205385" sldId="256"/>
            <ac:spMk id="30" creationId="{9578637B-8A5A-C0AA-6CF8-E3612EF85D42}"/>
          </ac:spMkLst>
        </pc:spChg>
        <pc:spChg chg="mod">
          <ac:chgData name="Tongyao Jia" userId="5bdfd663-bea6-4556-8f75-ebbae3e057d5" providerId="ADAL" clId="{9ADDF36F-515E-43F9-AA55-75AED780312B}" dt="2024-09-06T20:15:09.715" v="815" actId="114"/>
          <ac:spMkLst>
            <pc:docMk/>
            <pc:sldMk cId="1609205385" sldId="256"/>
            <ac:spMk id="33" creationId="{D0E387D4-0461-9709-0636-E2CAC19A206A}"/>
          </ac:spMkLst>
        </pc:spChg>
        <pc:spChg chg="add del mod">
          <ac:chgData name="Tongyao Jia" userId="5bdfd663-bea6-4556-8f75-ebbae3e057d5" providerId="ADAL" clId="{9ADDF36F-515E-43F9-AA55-75AED780312B}" dt="2024-09-09T20:04:57.717" v="993" actId="478"/>
          <ac:spMkLst>
            <pc:docMk/>
            <pc:sldMk cId="1609205385" sldId="256"/>
            <ac:spMk id="34" creationId="{49AFD965-AFF7-AE14-8918-BCBEE197F623}"/>
          </ac:spMkLst>
        </pc:spChg>
        <pc:spChg chg="add mod">
          <ac:chgData name="Tongyao Jia" userId="5bdfd663-bea6-4556-8f75-ebbae3e057d5" providerId="ADAL" clId="{9ADDF36F-515E-43F9-AA55-75AED780312B}" dt="2024-09-16T21:11:57.960" v="1375" actId="14100"/>
          <ac:spMkLst>
            <pc:docMk/>
            <pc:sldMk cId="1609205385" sldId="256"/>
            <ac:spMk id="35" creationId="{79C8D2EC-B922-EDFB-0EBD-D491D7283784}"/>
          </ac:spMkLst>
        </pc:spChg>
        <pc:spChg chg="add mod">
          <ac:chgData name="Tongyao Jia" userId="5bdfd663-bea6-4556-8f75-ebbae3e057d5" providerId="ADAL" clId="{9ADDF36F-515E-43F9-AA55-75AED780312B}" dt="2024-09-16T21:12:11.452" v="1376" actId="14100"/>
          <ac:spMkLst>
            <pc:docMk/>
            <pc:sldMk cId="1609205385" sldId="256"/>
            <ac:spMk id="36" creationId="{4729E54B-034A-55DD-4CF2-D7A0C58145EC}"/>
          </ac:spMkLst>
        </pc:spChg>
        <pc:spChg chg="add mod">
          <ac:chgData name="Tongyao Jia" userId="5bdfd663-bea6-4556-8f75-ebbae3e057d5" providerId="ADAL" clId="{9ADDF36F-515E-43F9-AA55-75AED780312B}" dt="2024-09-16T21:16:14.217" v="1467" actId="1076"/>
          <ac:spMkLst>
            <pc:docMk/>
            <pc:sldMk cId="1609205385" sldId="256"/>
            <ac:spMk id="37" creationId="{3F0B4CFE-829B-784B-8239-8179D246D2FB}"/>
          </ac:spMkLst>
        </pc:spChg>
        <pc:spChg chg="add del mod">
          <ac:chgData name="Tongyao Jia" userId="5bdfd663-bea6-4556-8f75-ebbae3e057d5" providerId="ADAL" clId="{9ADDF36F-515E-43F9-AA55-75AED780312B}" dt="2024-09-05T18:38:44.704" v="559" actId="478"/>
          <ac:spMkLst>
            <pc:docMk/>
            <pc:sldMk cId="1609205385" sldId="256"/>
            <ac:spMk id="38" creationId="{CE59E9D2-779A-92AD-AA64-2EE43B41F9E5}"/>
          </ac:spMkLst>
        </pc:spChg>
        <pc:spChg chg="add del">
          <ac:chgData name="Tongyao Jia" userId="5bdfd663-bea6-4556-8f75-ebbae3e057d5" providerId="ADAL" clId="{9ADDF36F-515E-43F9-AA55-75AED780312B}" dt="2024-09-09T20:13:40.885" v="1085" actId="22"/>
          <ac:spMkLst>
            <pc:docMk/>
            <pc:sldMk cId="1609205385" sldId="256"/>
            <ac:spMk id="52" creationId="{603382B0-454E-9C37-7A81-8CB0D3CB316F}"/>
          </ac:spMkLst>
        </pc:spChg>
        <pc:spChg chg="add mod">
          <ac:chgData name="Tongyao Jia" userId="5bdfd663-bea6-4556-8f75-ebbae3e057d5" providerId="ADAL" clId="{9ADDF36F-515E-43F9-AA55-75AED780312B}" dt="2024-09-16T21:13:05.302" v="1416" actId="1037"/>
          <ac:spMkLst>
            <pc:docMk/>
            <pc:sldMk cId="1609205385" sldId="256"/>
            <ac:spMk id="54" creationId="{978445F5-ACFF-A860-6978-13A6904A438C}"/>
          </ac:spMkLst>
        </pc:spChg>
        <pc:spChg chg="add del mod">
          <ac:chgData name="Tongyao Jia" userId="5bdfd663-bea6-4556-8f75-ebbae3e057d5" providerId="ADAL" clId="{9ADDF36F-515E-43F9-AA55-75AED780312B}" dt="2024-09-16T21:13:22.154" v="1420" actId="478"/>
          <ac:spMkLst>
            <pc:docMk/>
            <pc:sldMk cId="1609205385" sldId="256"/>
            <ac:spMk id="61" creationId="{D05DA3BF-1049-48D2-B595-933988892FE6}"/>
          </ac:spMkLst>
        </pc:spChg>
        <pc:spChg chg="add mod">
          <ac:chgData name="Tongyao Jia" userId="5bdfd663-bea6-4556-8f75-ebbae3e057d5" providerId="ADAL" clId="{9ADDF36F-515E-43F9-AA55-75AED780312B}" dt="2024-09-16T21:15:54.157" v="1463" actId="2711"/>
          <ac:spMkLst>
            <pc:docMk/>
            <pc:sldMk cId="1609205385" sldId="256"/>
            <ac:spMk id="62" creationId="{3201BADF-29BE-3044-2301-83849A837E56}"/>
          </ac:spMkLst>
        </pc:spChg>
        <pc:grpChg chg="add mod">
          <ac:chgData name="Tongyao Jia" userId="5bdfd663-bea6-4556-8f75-ebbae3e057d5" providerId="ADAL" clId="{9ADDF36F-515E-43F9-AA55-75AED780312B}" dt="2024-09-09T19:45:47.159" v="953" actId="164"/>
          <ac:grpSpMkLst>
            <pc:docMk/>
            <pc:sldMk cId="1609205385" sldId="256"/>
            <ac:grpSpMk id="5" creationId="{BB8219C6-5A32-A912-49BC-06C709145263}"/>
          </ac:grpSpMkLst>
        </pc:grpChg>
        <pc:grpChg chg="add mod">
          <ac:chgData name="Tongyao Jia" userId="5bdfd663-bea6-4556-8f75-ebbae3e057d5" providerId="ADAL" clId="{9ADDF36F-515E-43F9-AA55-75AED780312B}" dt="2024-09-09T19:45:47.159" v="953" actId="164"/>
          <ac:grpSpMkLst>
            <pc:docMk/>
            <pc:sldMk cId="1609205385" sldId="256"/>
            <ac:grpSpMk id="13" creationId="{5C04D183-AD88-CC8D-D4DE-DBA75B60AAC5}"/>
          </ac:grpSpMkLst>
        </pc:grpChg>
        <pc:grpChg chg="add mod">
          <ac:chgData name="Tongyao Jia" userId="5bdfd663-bea6-4556-8f75-ebbae3e057d5" providerId="ADAL" clId="{9ADDF36F-515E-43F9-AA55-75AED780312B}" dt="2024-09-06T03:16:25.335" v="796" actId="1036"/>
          <ac:grpSpMkLst>
            <pc:docMk/>
            <pc:sldMk cId="1609205385" sldId="256"/>
            <ac:grpSpMk id="20" creationId="{A3A721D0-CEF9-5675-DEB9-75C3AE8C619C}"/>
          </ac:grpSpMkLst>
        </pc:grpChg>
        <pc:grpChg chg="add mod">
          <ac:chgData name="Tongyao Jia" userId="5bdfd663-bea6-4556-8f75-ebbae3e057d5" providerId="ADAL" clId="{9ADDF36F-515E-43F9-AA55-75AED780312B}" dt="2024-09-06T20:14:58.892" v="814" actId="114"/>
          <ac:grpSpMkLst>
            <pc:docMk/>
            <pc:sldMk cId="1609205385" sldId="256"/>
            <ac:grpSpMk id="24" creationId="{D5D0201A-C143-3081-2058-F9CCB2CCE739}"/>
          </ac:grpSpMkLst>
        </pc:grpChg>
        <pc:grpChg chg="add mod">
          <ac:chgData name="Tongyao Jia" userId="5bdfd663-bea6-4556-8f75-ebbae3e057d5" providerId="ADAL" clId="{9ADDF36F-515E-43F9-AA55-75AED780312B}" dt="2024-09-06T20:58:05.320" v="919" actId="1076"/>
          <ac:grpSpMkLst>
            <pc:docMk/>
            <pc:sldMk cId="1609205385" sldId="256"/>
            <ac:grpSpMk id="31" creationId="{847D4A65-43B3-01E8-5FA9-F96F0C1FCE74}"/>
          </ac:grpSpMkLst>
        </pc:grpChg>
        <pc:grpChg chg="add mod ord">
          <ac:chgData name="Tongyao Jia" userId="5bdfd663-bea6-4556-8f75-ebbae3e057d5" providerId="ADAL" clId="{9ADDF36F-515E-43F9-AA55-75AED780312B}" dt="2024-09-18T00:58:33.712" v="1502" actId="1035"/>
          <ac:grpSpMkLst>
            <pc:docMk/>
            <pc:sldMk cId="1609205385" sldId="256"/>
            <ac:grpSpMk id="38" creationId="{57079AA0-4D45-FB4B-AD5B-ECB17DEAE68D}"/>
          </ac:grpSpMkLst>
        </pc:grpChg>
        <pc:grpChg chg="add mod">
          <ac:chgData name="Tongyao Jia" userId="5bdfd663-bea6-4556-8f75-ebbae3e057d5" providerId="ADAL" clId="{9ADDF36F-515E-43F9-AA55-75AED780312B}" dt="2024-09-05T18:40:57.104" v="581" actId="164"/>
          <ac:grpSpMkLst>
            <pc:docMk/>
            <pc:sldMk cId="1609205385" sldId="256"/>
            <ac:grpSpMk id="42" creationId="{4D47AA84-378C-8263-4603-F7B394713CDC}"/>
          </ac:grpSpMkLst>
        </pc:grpChg>
        <pc:picChg chg="add del mod modCrop">
          <ac:chgData name="Tongyao Jia" userId="5bdfd663-bea6-4556-8f75-ebbae3e057d5" providerId="ADAL" clId="{9ADDF36F-515E-43F9-AA55-75AED780312B}" dt="2024-09-05T18:30:23.557" v="313" actId="478"/>
          <ac:picMkLst>
            <pc:docMk/>
            <pc:sldMk cId="1609205385" sldId="256"/>
            <ac:picMk id="5" creationId="{CBEA7A58-2887-3B46-42F2-FEFEBDF22223}"/>
          </ac:picMkLst>
        </pc:picChg>
        <pc:picChg chg="add mod ord modCrop">
          <ac:chgData name="Tongyao Jia" userId="5bdfd663-bea6-4556-8f75-ebbae3e057d5" providerId="ADAL" clId="{9ADDF36F-515E-43F9-AA55-75AED780312B}" dt="2024-09-16T21:13:59.083" v="1432" actId="1076"/>
          <ac:picMkLst>
            <pc:docMk/>
            <pc:sldMk cId="1609205385" sldId="256"/>
            <ac:picMk id="40" creationId="{02EF017E-4F07-9399-F125-2D675A1999F2}"/>
          </ac:picMkLst>
        </pc:picChg>
        <pc:cxnChg chg="add mod">
          <ac:chgData name="Tongyao Jia" userId="5bdfd663-bea6-4556-8f75-ebbae3e057d5" providerId="ADAL" clId="{9ADDF36F-515E-43F9-AA55-75AED780312B}" dt="2024-09-09T19:45:51.551" v="954" actId="692"/>
          <ac:cxnSpMkLst>
            <pc:docMk/>
            <pc:sldMk cId="1609205385" sldId="256"/>
            <ac:cxnSpMk id="3" creationId="{09E205FC-D737-6D7F-1433-E3B18A3116EF}"/>
          </ac:cxnSpMkLst>
        </pc:cxnChg>
        <pc:cxnChg chg="add mod">
          <ac:chgData name="Tongyao Jia" userId="5bdfd663-bea6-4556-8f75-ebbae3e057d5" providerId="ADAL" clId="{9ADDF36F-515E-43F9-AA55-75AED780312B}" dt="2024-09-11T20:03:14.718" v="1330" actId="14100"/>
          <ac:cxnSpMkLst>
            <pc:docMk/>
            <pc:sldMk cId="1609205385" sldId="256"/>
            <ac:cxnSpMk id="7" creationId="{900F89D9-2F7A-7228-9E13-406FCD39FE67}"/>
          </ac:cxnSpMkLst>
        </pc:cxnChg>
        <pc:cxnChg chg="add mod">
          <ac:chgData name="Tongyao Jia" userId="5bdfd663-bea6-4556-8f75-ebbae3e057d5" providerId="ADAL" clId="{9ADDF36F-515E-43F9-AA55-75AED780312B}" dt="2024-09-11T20:02:57.255" v="1328" actId="14100"/>
          <ac:cxnSpMkLst>
            <pc:docMk/>
            <pc:sldMk cId="1609205385" sldId="256"/>
            <ac:cxnSpMk id="8" creationId="{5015CB53-FF1E-6AFA-1DEC-5402E56A40F0}"/>
          </ac:cxnSpMkLst>
        </pc:cxnChg>
        <pc:cxnChg chg="add mod">
          <ac:chgData name="Tongyao Jia" userId="5bdfd663-bea6-4556-8f75-ebbae3e057d5" providerId="ADAL" clId="{9ADDF36F-515E-43F9-AA55-75AED780312B}" dt="2024-09-16T21:13:32.085" v="1422" actId="14100"/>
          <ac:cxnSpMkLst>
            <pc:docMk/>
            <pc:sldMk cId="1609205385" sldId="256"/>
            <ac:cxnSpMk id="9" creationId="{51BC2938-C5C5-4987-48A1-728351B87A07}"/>
          </ac:cxnSpMkLst>
        </pc:cxnChg>
        <pc:cxnChg chg="add mod">
          <ac:chgData name="Tongyao Jia" userId="5bdfd663-bea6-4556-8f75-ebbae3e057d5" providerId="ADAL" clId="{9ADDF36F-515E-43F9-AA55-75AED780312B}" dt="2024-09-09T19:45:47.159" v="953" actId="164"/>
          <ac:cxnSpMkLst>
            <pc:docMk/>
            <pc:sldMk cId="1609205385" sldId="256"/>
            <ac:cxnSpMk id="10" creationId="{7C70F05B-9D84-A8AC-F87B-AA701DF7D90D}"/>
          </ac:cxnSpMkLst>
        </pc:cxnChg>
        <pc:cxnChg chg="add del mod">
          <ac:chgData name="Tongyao Jia" userId="5bdfd663-bea6-4556-8f75-ebbae3e057d5" providerId="ADAL" clId="{9ADDF36F-515E-43F9-AA55-75AED780312B}" dt="2024-09-09T19:47:03.882" v="960" actId="478"/>
          <ac:cxnSpMkLst>
            <pc:docMk/>
            <pc:sldMk cId="1609205385" sldId="256"/>
            <ac:cxnSpMk id="11" creationId="{3F35C5C6-2CA8-E355-5B3A-A4B91BB9EFD4}"/>
          </ac:cxnSpMkLst>
        </pc:cxnChg>
        <pc:cxnChg chg="add mod">
          <ac:chgData name="Tongyao Jia" userId="5bdfd663-bea6-4556-8f75-ebbae3e057d5" providerId="ADAL" clId="{9ADDF36F-515E-43F9-AA55-75AED780312B}" dt="2024-09-09T19:45:47.159" v="953" actId="164"/>
          <ac:cxnSpMkLst>
            <pc:docMk/>
            <pc:sldMk cId="1609205385" sldId="256"/>
            <ac:cxnSpMk id="12" creationId="{0479E583-0C79-D838-3F64-7128F2396132}"/>
          </ac:cxnSpMkLst>
        </pc:cxnChg>
        <pc:cxnChg chg="mod">
          <ac:chgData name="Tongyao Jia" userId="5bdfd663-bea6-4556-8f75-ebbae3e057d5" providerId="ADAL" clId="{9ADDF36F-515E-43F9-AA55-75AED780312B}" dt="2024-09-09T19:46:22.424" v="956" actId="692"/>
          <ac:cxnSpMkLst>
            <pc:docMk/>
            <pc:sldMk cId="1609205385" sldId="256"/>
            <ac:cxnSpMk id="25" creationId="{6B1EF8A3-FB9B-2F8D-A878-5C63F056E31E}"/>
          </ac:cxnSpMkLst>
        </pc:cxnChg>
        <pc:cxnChg chg="del mod">
          <ac:chgData name="Tongyao Jia" userId="5bdfd663-bea6-4556-8f75-ebbae3e057d5" providerId="ADAL" clId="{9ADDF36F-515E-43F9-AA55-75AED780312B}" dt="2024-09-05T18:01:50.245" v="124" actId="478"/>
          <ac:cxnSpMkLst>
            <pc:docMk/>
            <pc:sldMk cId="1609205385" sldId="256"/>
            <ac:cxnSpMk id="26" creationId="{2F966CFB-A5DE-ACF8-C8E7-FE8DCBBD266A}"/>
          </ac:cxnSpMkLst>
        </pc:cxnChg>
        <pc:cxnChg chg="mod">
          <ac:chgData name="Tongyao Jia" userId="5bdfd663-bea6-4556-8f75-ebbae3e057d5" providerId="ADAL" clId="{9ADDF36F-515E-43F9-AA55-75AED780312B}" dt="2024-09-06T20:58:13.330" v="920" actId="208"/>
          <ac:cxnSpMkLst>
            <pc:docMk/>
            <pc:sldMk cId="1609205385" sldId="256"/>
            <ac:cxnSpMk id="32" creationId="{73F71758-7DEE-7EA2-4E3E-B9FE5A7D4964}"/>
          </ac:cxnSpMkLst>
        </pc:cxnChg>
        <pc:cxnChg chg="add mod">
          <ac:chgData name="Tongyao Jia" userId="5bdfd663-bea6-4556-8f75-ebbae3e057d5" providerId="ADAL" clId="{9ADDF36F-515E-43F9-AA55-75AED780312B}" dt="2024-09-09T20:18:02.229" v="1229" actId="1037"/>
          <ac:cxnSpMkLst>
            <pc:docMk/>
            <pc:sldMk cId="1609205385" sldId="256"/>
            <ac:cxnSpMk id="41" creationId="{0400C796-9F72-EDC3-860A-3155A82983E1}"/>
          </ac:cxnSpMkLst>
        </pc:cxnChg>
        <pc:cxnChg chg="add mod ord">
          <ac:chgData name="Tongyao Jia" userId="5bdfd663-bea6-4556-8f75-ebbae3e057d5" providerId="ADAL" clId="{9ADDF36F-515E-43F9-AA55-75AED780312B}" dt="2024-09-09T20:19:32.585" v="1246" actId="14100"/>
          <ac:cxnSpMkLst>
            <pc:docMk/>
            <pc:sldMk cId="1609205385" sldId="256"/>
            <ac:cxnSpMk id="55" creationId="{EC8B33E5-05C0-BCAD-E5E0-73DC401C340B}"/>
          </ac:cxnSpMkLst>
        </pc:cxnChg>
      </pc:sldChg>
    </pc:docChg>
  </pc:docChgLst>
  <pc:docChgLst>
    <pc:chgData name="Tongyao Jia" userId="5bdfd663-bea6-4556-8f75-ebbae3e057d5" providerId="ADAL" clId="{350E7D0F-966D-4F59-AEF5-F03A0F9705E6}"/>
    <pc:docChg chg="undo custSel modSld">
      <pc:chgData name="Tongyao Jia" userId="5bdfd663-bea6-4556-8f75-ebbae3e057d5" providerId="ADAL" clId="{350E7D0F-966D-4F59-AEF5-F03A0F9705E6}" dt="2024-12-09T21:14:30.814" v="133" actId="403"/>
      <pc:docMkLst>
        <pc:docMk/>
      </pc:docMkLst>
      <pc:sldChg chg="modSp mod">
        <pc:chgData name="Tongyao Jia" userId="5bdfd663-bea6-4556-8f75-ebbae3e057d5" providerId="ADAL" clId="{350E7D0F-966D-4F59-AEF5-F03A0F9705E6}" dt="2024-12-09T21:14:30.814" v="133" actId="403"/>
        <pc:sldMkLst>
          <pc:docMk/>
          <pc:sldMk cId="1609205385" sldId="256"/>
        </pc:sldMkLst>
        <pc:spChg chg="mod">
          <ac:chgData name="Tongyao Jia" userId="5bdfd663-bea6-4556-8f75-ebbae3e057d5" providerId="ADAL" clId="{350E7D0F-966D-4F59-AEF5-F03A0F9705E6}" dt="2024-12-09T21:14:10.026" v="126" actId="403"/>
          <ac:spMkLst>
            <pc:docMk/>
            <pc:sldMk cId="1609205385" sldId="256"/>
            <ac:spMk id="2" creationId="{BC2351D6-E01C-6A3E-D4D5-E9FADCDB1FF1}"/>
          </ac:spMkLst>
        </pc:spChg>
        <pc:spChg chg="mod">
          <ac:chgData name="Tongyao Jia" userId="5bdfd663-bea6-4556-8f75-ebbae3e057d5" providerId="ADAL" clId="{350E7D0F-966D-4F59-AEF5-F03A0F9705E6}" dt="2024-12-09T21:14:30.814" v="133" actId="403"/>
          <ac:spMkLst>
            <pc:docMk/>
            <pc:sldMk cId="1609205385" sldId="256"/>
            <ac:spMk id="14" creationId="{ADB1F38E-C127-57BD-65C9-FBE86D1C28CE}"/>
          </ac:spMkLst>
        </pc:spChg>
        <pc:spChg chg="mod">
          <ac:chgData name="Tongyao Jia" userId="5bdfd663-bea6-4556-8f75-ebbae3e057d5" providerId="ADAL" clId="{350E7D0F-966D-4F59-AEF5-F03A0F9705E6}" dt="2024-12-09T21:13:46.615" v="102" actId="1076"/>
          <ac:spMkLst>
            <pc:docMk/>
            <pc:sldMk cId="1609205385" sldId="256"/>
            <ac:spMk id="18" creationId="{EF18FC84-F0DB-63A4-269F-A58508026580}"/>
          </ac:spMkLst>
        </pc:spChg>
        <pc:spChg chg="mod">
          <ac:chgData name="Tongyao Jia" userId="5bdfd663-bea6-4556-8f75-ebbae3e057d5" providerId="ADAL" clId="{350E7D0F-966D-4F59-AEF5-F03A0F9705E6}" dt="2024-12-09T21:13:31.463" v="99" actId="1037"/>
          <ac:spMkLst>
            <pc:docMk/>
            <pc:sldMk cId="1609205385" sldId="256"/>
            <ac:spMk id="27" creationId="{C2E1832E-87BC-0894-8A99-33EC1632F988}"/>
          </ac:spMkLst>
        </pc:spChg>
        <pc:spChg chg="mod">
          <ac:chgData name="Tongyao Jia" userId="5bdfd663-bea6-4556-8f75-ebbae3e057d5" providerId="ADAL" clId="{350E7D0F-966D-4F59-AEF5-F03A0F9705E6}" dt="2024-12-09T21:13:40.940" v="101" actId="1076"/>
          <ac:spMkLst>
            <pc:docMk/>
            <pc:sldMk cId="1609205385" sldId="256"/>
            <ac:spMk id="33" creationId="{D0E387D4-0461-9709-0636-E2CAC19A206A}"/>
          </ac:spMkLst>
        </pc:spChg>
        <pc:spChg chg="mod">
          <ac:chgData name="Tongyao Jia" userId="5bdfd663-bea6-4556-8f75-ebbae3e057d5" providerId="ADAL" clId="{350E7D0F-966D-4F59-AEF5-F03A0F9705E6}" dt="2024-12-09T21:14:04.096" v="124" actId="1037"/>
          <ac:spMkLst>
            <pc:docMk/>
            <pc:sldMk cId="1609205385" sldId="256"/>
            <ac:spMk id="54" creationId="{978445F5-ACFF-A860-6978-13A6904A438C}"/>
          </ac:spMkLst>
        </pc:spChg>
        <pc:spChg chg="mod">
          <ac:chgData name="Tongyao Jia" userId="5bdfd663-bea6-4556-8f75-ebbae3e057d5" providerId="ADAL" clId="{350E7D0F-966D-4F59-AEF5-F03A0F9705E6}" dt="2024-12-09T21:12:07.707" v="41" actId="1038"/>
          <ac:spMkLst>
            <pc:docMk/>
            <pc:sldMk cId="1609205385" sldId="256"/>
            <ac:spMk id="62" creationId="{3201BADF-29BE-3044-2301-83849A837E56}"/>
          </ac:spMkLst>
        </pc:spChg>
        <pc:grpChg chg="mod">
          <ac:chgData name="Tongyao Jia" userId="5bdfd663-bea6-4556-8f75-ebbae3e057d5" providerId="ADAL" clId="{350E7D0F-966D-4F59-AEF5-F03A0F9705E6}" dt="2024-12-09T21:13:18.590" v="93" actId="403"/>
          <ac:grpSpMkLst>
            <pc:docMk/>
            <pc:sldMk cId="1609205385" sldId="256"/>
            <ac:grpSpMk id="24" creationId="{D5D0201A-C143-3081-2058-F9CCB2CCE739}"/>
          </ac:grpSpMkLst>
        </pc:grpChg>
        <pc:grpChg chg="mod">
          <ac:chgData name="Tongyao Jia" userId="5bdfd663-bea6-4556-8f75-ebbae3e057d5" providerId="ADAL" clId="{350E7D0F-966D-4F59-AEF5-F03A0F9705E6}" dt="2024-12-09T21:13:36.431" v="100" actId="403"/>
          <ac:grpSpMkLst>
            <pc:docMk/>
            <pc:sldMk cId="1609205385" sldId="256"/>
            <ac:grpSpMk id="31" creationId="{847D4A65-43B3-01E8-5FA9-F96F0C1FCE74}"/>
          </ac:grpSpMkLst>
        </pc:grpChg>
        <pc:grpChg chg="mod">
          <ac:chgData name="Tongyao Jia" userId="5bdfd663-bea6-4556-8f75-ebbae3e057d5" providerId="ADAL" clId="{350E7D0F-966D-4F59-AEF5-F03A0F9705E6}" dt="2024-12-09T21:14:15.839" v="132" actId="1035"/>
          <ac:grpSpMkLst>
            <pc:docMk/>
            <pc:sldMk cId="1609205385" sldId="256"/>
            <ac:grpSpMk id="38" creationId="{57079AA0-4D45-FB4B-AD5B-ECB17DEAE68D}"/>
          </ac:grpSpMkLst>
        </pc:grpChg>
        <pc:picChg chg="mod">
          <ac:chgData name="Tongyao Jia" userId="5bdfd663-bea6-4556-8f75-ebbae3e057d5" providerId="ADAL" clId="{350E7D0F-966D-4F59-AEF5-F03A0F9705E6}" dt="2024-12-09T21:11:47.209" v="4" actId="1037"/>
          <ac:picMkLst>
            <pc:docMk/>
            <pc:sldMk cId="1609205385" sldId="256"/>
            <ac:picMk id="40" creationId="{02EF017E-4F07-9399-F125-2D675A1999F2}"/>
          </ac:picMkLst>
        </pc:picChg>
        <pc:cxnChg chg="mod">
          <ac:chgData name="Tongyao Jia" userId="5bdfd663-bea6-4556-8f75-ebbae3e057d5" providerId="ADAL" clId="{350E7D0F-966D-4F59-AEF5-F03A0F9705E6}" dt="2024-12-09T21:13:18.590" v="93" actId="403"/>
          <ac:cxnSpMkLst>
            <pc:docMk/>
            <pc:sldMk cId="1609205385" sldId="256"/>
            <ac:cxnSpMk id="25" creationId="{6B1EF8A3-FB9B-2F8D-A878-5C63F056E31E}"/>
          </ac:cxnSpMkLst>
        </pc:cxnChg>
        <pc:cxnChg chg="mod">
          <ac:chgData name="Tongyao Jia" userId="5bdfd663-bea6-4556-8f75-ebbae3e057d5" providerId="ADAL" clId="{350E7D0F-966D-4F59-AEF5-F03A0F9705E6}" dt="2024-12-09T21:13:36.431" v="100" actId="403"/>
          <ac:cxnSpMkLst>
            <pc:docMk/>
            <pc:sldMk cId="1609205385" sldId="256"/>
            <ac:cxnSpMk id="32" creationId="{73F71758-7DEE-7EA2-4E3E-B9FE5A7D496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349D5E-2E65-C50D-8EC8-CDD5777A0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832239A-C658-D3D9-C0E6-443D3722B1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0DD96C-8945-1AC5-B749-42EC5A52F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A2632-B399-49F6-BF8B-397186263441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E8D61C-DB77-D799-74CB-C6BF0740C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606D7A-5F9D-3312-F034-F0DB2FA16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FE51B-0587-453E-BDA3-E0B0F5F9A8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785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D3BF7-CCDE-CF79-AB4B-F80A1AF0A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7CF54B-1103-B874-F470-951087993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D5CE2A-B80A-5864-6264-DE36DBC98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A2632-B399-49F6-BF8B-397186263441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468D91-D461-3D37-916D-8507BAD9C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EC607A-EFD4-801D-5F73-EAD00358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FE51B-0587-453E-BDA3-E0B0F5F9A8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502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688708-80A8-5F0A-62A1-6D38CA8A5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D5999D-65D3-D929-C0A2-D6C876FE8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F0EC15-1D92-D2A1-4B0C-679BF2242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A2632-B399-49F6-BF8B-397186263441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471785-AA39-2BED-8EDB-16C6DAEE2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B9A86A-EA37-EEEE-7850-CE073519E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FE51B-0587-453E-BDA3-E0B0F5F9A8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270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C75A8D-12F9-F27F-D543-09F19BA14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52651B-87FF-5ED2-00D7-B582A747EB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86DFDB-4487-37DE-341D-A55188D42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F281CA-FB4D-A2E9-CD30-436A45093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A2632-B399-49F6-BF8B-397186263441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1B7426-83CE-B3E3-102A-37CBFA124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4863A4-0827-7FDD-E421-6828FF3B9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FE51B-0587-453E-BDA3-E0B0F5F9A8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989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9A65F2-A61B-8F47-6963-DDDECF408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B34B76-93BD-40B0-BC23-946465139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A26464-5AB6-6653-DAF6-9802A9A37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296D8A8-FC78-82F0-FC85-76B9090007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A90FAFB-523A-05D1-A6D8-FECAE3510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22FA3FC-3B94-EC00-8976-E6AF69D36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A2632-B399-49F6-BF8B-397186263441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FBAE920-56FF-31D8-A9F3-44E6A4CDB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6202C3C-FDC8-6D18-E296-B5FFF29EB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FE51B-0587-453E-BDA3-E0B0F5F9A8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276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5DF928-21BA-8094-6923-28586BE4A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9515EFB-AF01-361E-E17D-963C39FB5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A2632-B399-49F6-BF8B-397186263441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B8674A7-EDE5-B0D7-1380-000F84EB1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3D8B02-99BD-E49D-3A9E-ECA244BE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FE51B-0587-453E-BDA3-E0B0F5F9A8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377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65BA4F-866B-C45D-13BA-0A6D00BA9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A2632-B399-49F6-BF8B-397186263441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586A5B-60B0-AD55-ED00-54C93E293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72F5CA-A122-0301-0EAA-EFF6C64D2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FE51B-0587-453E-BDA3-E0B0F5F9A8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722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9AB5BD-3E38-77FF-75E2-D72884400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D11BFF-C6EA-EC42-B3FF-B61BC9950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804C69D-E849-C059-BDBB-4F7A14F08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5078AF-74B5-3F48-994E-9732F5957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A2632-B399-49F6-BF8B-397186263441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C1541B-7092-8A88-CEED-1C609A837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6B4300-8404-E3F7-F94C-E62F7864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FE51B-0587-453E-BDA3-E0B0F5F9A8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77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D91C12-5230-13CC-A1CF-0E0285921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EA1DC0-DB43-79C4-991E-0835574808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EB49FE-6790-5407-5252-0F5266913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CE695C-CACC-6B98-D0A3-4A92BCC66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A2632-B399-49F6-BF8B-397186263441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79F49C-D8B4-7466-D1CF-B36008108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AF0C4C-F725-2565-AFF3-EE0B16FAE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FE51B-0587-453E-BDA3-E0B0F5F9A8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489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21D620-D7E7-0CC6-EDEF-DF97A1B65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CF91141-1066-3E36-9603-74E47C989B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4A7467-9DF8-9E36-93A1-672A196FC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A2632-B399-49F6-BF8B-397186263441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BCCF13-E80E-1B70-B94D-DDE83F8C7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FCF7C6-0D3E-AD8F-D7D6-805B5445B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FE51B-0587-453E-BDA3-E0B0F5F9A8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128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8459F4-5C47-DBA5-2835-DFF859541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2D72D3-983A-ED8D-930A-C27DBF55D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DF73A1-8A03-4A1D-D318-1F7BBDB1F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A2632-B399-49F6-BF8B-397186263441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510D42-F1BC-4A15-1292-491E4416D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634280-49A6-3533-C4CF-AD9DD27C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FE51B-0587-453E-BDA3-E0B0F5F9A8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6538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9E42A4D-0153-17E6-A2DB-60DE63687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526B9A-5FB2-E6D1-10ED-6E0D88488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11E8B9-5193-2B25-FD94-97256365C2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3A2632-B399-49F6-BF8B-397186263441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35B124-579A-FAB4-A34C-72CFEEEC0A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ABEB32-B15E-2671-8001-0399378C08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1FE51B-0587-453E-BDA3-E0B0F5F9A8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131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 descr="图片包含 室内, 小, 桌子, 镜子&#10;&#10;描述已自动生成">
            <a:extLst>
              <a:ext uri="{FF2B5EF4-FFF2-40B4-BE49-F238E27FC236}">
                <a16:creationId xmlns:a16="http://schemas.microsoft.com/office/drawing/2014/main" id="{02EF017E-4F07-9399-F125-2D675A1999F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08" b="16298"/>
          <a:stretch/>
        </p:blipFill>
        <p:spPr>
          <a:xfrm rot="5400000">
            <a:off x="1312798" y="-1312799"/>
            <a:ext cx="6858001" cy="9483597"/>
          </a:xfrm>
          <a:prstGeom prst="rect">
            <a:avLst/>
          </a:prstGeom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A3A721D0-CEF9-5675-DEB9-75C3AE8C619C}"/>
              </a:ext>
            </a:extLst>
          </p:cNvPr>
          <p:cNvGrpSpPr/>
          <p:nvPr/>
        </p:nvGrpSpPr>
        <p:grpSpPr>
          <a:xfrm>
            <a:off x="2636" y="2857500"/>
            <a:ext cx="9324456" cy="3667090"/>
            <a:chOff x="909015" y="681769"/>
            <a:chExt cx="6876993" cy="2732666"/>
          </a:xfrm>
        </p:grpSpPr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900F89D9-2F7A-7228-9E13-406FCD39FE67}"/>
                </a:ext>
              </a:extLst>
            </p:cNvPr>
            <p:cNvCxnSpPr>
              <a:cxnSpLocks/>
            </p:cNvCxnSpPr>
            <p:nvPr/>
          </p:nvCxnSpPr>
          <p:spPr>
            <a:xfrm>
              <a:off x="909015" y="1345608"/>
              <a:ext cx="6839805" cy="32192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5015CB53-FF1E-6AFA-1DEC-5402E56A40F0}"/>
                </a:ext>
              </a:extLst>
            </p:cNvPr>
            <p:cNvCxnSpPr>
              <a:cxnSpLocks/>
            </p:cNvCxnSpPr>
            <p:nvPr/>
          </p:nvCxnSpPr>
          <p:spPr>
            <a:xfrm>
              <a:off x="6232695" y="681769"/>
              <a:ext cx="0" cy="2685844"/>
            </a:xfrm>
            <a:prstGeom prst="straightConnector1">
              <a:avLst/>
            </a:prstGeom>
            <a:ln w="50800">
              <a:solidFill>
                <a:srgbClr val="FF0000">
                  <a:alpha val="92000"/>
                </a:srgb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EF18FC84-F0DB-63A4-269F-A58508026580}"/>
                    </a:ext>
                  </a:extLst>
                </p:cNvPr>
                <p:cNvSpPr txBox="1"/>
                <p:nvPr/>
              </p:nvSpPr>
              <p:spPr>
                <a:xfrm>
                  <a:off x="7528277" y="1457257"/>
                  <a:ext cx="257731" cy="3669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EF18FC84-F0DB-63A4-269F-A585080265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8277" y="1457257"/>
                  <a:ext cx="257731" cy="36696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4BE665A7-398B-A227-D723-BDC508CCA233}"/>
                    </a:ext>
                  </a:extLst>
                </p:cNvPr>
                <p:cNvSpPr txBox="1"/>
                <p:nvPr/>
              </p:nvSpPr>
              <p:spPr>
                <a:xfrm>
                  <a:off x="6377841" y="3047473"/>
                  <a:ext cx="263642" cy="3669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4BE665A7-398B-A227-D723-BDC508CCA2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7841" y="3047473"/>
                  <a:ext cx="263642" cy="36696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5D0201A-C143-3081-2058-F9CCB2CCE739}"/>
              </a:ext>
            </a:extLst>
          </p:cNvPr>
          <p:cNvGrpSpPr/>
          <p:nvPr/>
        </p:nvGrpSpPr>
        <p:grpSpPr>
          <a:xfrm>
            <a:off x="3303911" y="2596592"/>
            <a:ext cx="2037742" cy="717284"/>
            <a:chOff x="832243" y="1058557"/>
            <a:chExt cx="1825369" cy="295295"/>
          </a:xfrm>
        </p:grpSpPr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6B1EF8A3-FB9B-2F8D-A878-5C63F056E31E}"/>
                </a:ext>
              </a:extLst>
            </p:cNvPr>
            <p:cNvCxnSpPr>
              <a:cxnSpLocks/>
            </p:cNvCxnSpPr>
            <p:nvPr/>
          </p:nvCxnSpPr>
          <p:spPr>
            <a:xfrm>
              <a:off x="832243" y="1353852"/>
              <a:ext cx="709457" cy="0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C2E1832E-87BC-0894-8A99-33EC1632F988}"/>
                    </a:ext>
                  </a:extLst>
                </p:cNvPr>
                <p:cNvSpPr txBox="1"/>
                <p:nvPr/>
              </p:nvSpPr>
              <p:spPr>
                <a:xfrm>
                  <a:off x="867514" y="1058557"/>
                  <a:ext cx="1790098" cy="22197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32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𝐞𝐠𝐨</m:t>
                            </m:r>
                            <m:r>
                              <a:rPr lang="en-US" altLang="zh-CN" sz="32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CN" sz="32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𝐯𝐞𝐡𝐢𝐜𝐥𝐞</m:t>
                            </m:r>
                          </m:sub>
                        </m:sSub>
                      </m:oMath>
                    </m:oMathPara>
                  </a14:m>
                  <a:endParaRPr lang="zh-CN" altLang="en-US" sz="32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C2E1832E-87BC-0894-8A99-33EC1632F9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514" y="1058557"/>
                  <a:ext cx="1790098" cy="2219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847D4A65-43B3-01E8-5FA9-F96F0C1FCE74}"/>
              </a:ext>
            </a:extLst>
          </p:cNvPr>
          <p:cNvGrpSpPr/>
          <p:nvPr/>
        </p:nvGrpSpPr>
        <p:grpSpPr>
          <a:xfrm>
            <a:off x="7512020" y="2597138"/>
            <a:ext cx="2010554" cy="656570"/>
            <a:chOff x="1040287" y="986239"/>
            <a:chExt cx="2386657" cy="717805"/>
          </a:xfrm>
        </p:grpSpPr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73F71758-7DEE-7EA2-4E3E-B9FE5A7D49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0287" y="995609"/>
              <a:ext cx="0" cy="708435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D0E387D4-0461-9709-0636-E2CAC19A206A}"/>
                    </a:ext>
                  </a:extLst>
                </p:cNvPr>
                <p:cNvSpPr txBox="1"/>
                <p:nvPr/>
              </p:nvSpPr>
              <p:spPr>
                <a:xfrm>
                  <a:off x="1149897" y="986239"/>
                  <a:ext cx="2277047" cy="58653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32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𝐩𝐞𝐝𝐞𝐬𝐭𝐫𝐢𝐚𝐧</m:t>
                            </m:r>
                          </m:sub>
                        </m:sSub>
                      </m:oMath>
                    </m:oMathPara>
                  </a14:m>
                  <a:endParaRPr lang="zh-CN" altLang="en-US" sz="3600" b="1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D0E387D4-0461-9709-0636-E2CAC19A20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9897" y="986239"/>
                  <a:ext cx="2277047" cy="58653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椭圆 36">
            <a:extLst>
              <a:ext uri="{FF2B5EF4-FFF2-40B4-BE49-F238E27FC236}">
                <a16:creationId xmlns:a16="http://schemas.microsoft.com/office/drawing/2014/main" id="{3F0B4CFE-829B-784B-8239-8179D246D2FB}"/>
              </a:ext>
            </a:extLst>
          </p:cNvPr>
          <p:cNvSpPr/>
          <p:nvPr/>
        </p:nvSpPr>
        <p:spPr>
          <a:xfrm>
            <a:off x="5606056" y="5033374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1BC2938-C5C5-4987-48A1-728351B87A07}"/>
              </a:ext>
            </a:extLst>
          </p:cNvPr>
          <p:cNvCxnSpPr>
            <a:cxnSpLocks/>
          </p:cNvCxnSpPr>
          <p:nvPr/>
        </p:nvCxnSpPr>
        <p:spPr>
          <a:xfrm>
            <a:off x="3039636" y="3769039"/>
            <a:ext cx="5023277" cy="1188124"/>
          </a:xfrm>
          <a:prstGeom prst="line">
            <a:avLst/>
          </a:prstGeom>
          <a:ln w="508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C04D183-AD88-CC8D-D4DE-DBA75B60AAC5}"/>
              </a:ext>
            </a:extLst>
          </p:cNvPr>
          <p:cNvGrpSpPr/>
          <p:nvPr/>
        </p:nvGrpSpPr>
        <p:grpSpPr>
          <a:xfrm>
            <a:off x="4156814" y="4531360"/>
            <a:ext cx="595011" cy="777875"/>
            <a:chOff x="4156814" y="4531360"/>
            <a:chExt cx="595011" cy="777875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BB8219C6-5A32-A912-49BC-06C709145263}"/>
                </a:ext>
              </a:extLst>
            </p:cNvPr>
            <p:cNvGrpSpPr/>
            <p:nvPr/>
          </p:nvGrpSpPr>
          <p:grpSpPr>
            <a:xfrm>
              <a:off x="4156814" y="4556760"/>
              <a:ext cx="453286" cy="720000"/>
              <a:chOff x="4156814" y="4556760"/>
              <a:chExt cx="453286" cy="720000"/>
            </a:xfrm>
          </p:grpSpPr>
          <p:cxnSp>
            <p:nvCxnSpPr>
              <p:cNvPr id="3" name="直接箭头连接符 2">
                <a:extLst>
                  <a:ext uri="{FF2B5EF4-FFF2-40B4-BE49-F238E27FC236}">
                    <a16:creationId xmlns:a16="http://schemas.microsoft.com/office/drawing/2014/main" id="{09E205FC-D737-6D7F-1433-E3B18A3116EF}"/>
                  </a:ext>
                </a:extLst>
              </p:cNvPr>
              <p:cNvCxnSpPr/>
              <p:nvPr/>
            </p:nvCxnSpPr>
            <p:spPr>
              <a:xfrm>
                <a:off x="4610100" y="4556760"/>
                <a:ext cx="0" cy="720000"/>
              </a:xfrm>
              <a:prstGeom prst="straightConnector1">
                <a:avLst/>
              </a:prstGeom>
              <a:ln w="5080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文本框 3">
                    <a:extLst>
                      <a:ext uri="{FF2B5EF4-FFF2-40B4-BE49-F238E27FC236}">
                        <a16:creationId xmlns:a16="http://schemas.microsoft.com/office/drawing/2014/main" id="{28E9D494-4373-4BD9-BEDF-32B6FA5D5FB5}"/>
                      </a:ext>
                    </a:extLst>
                  </p:cNvPr>
                  <p:cNvSpPr txBox="1"/>
                  <p:nvPr/>
                </p:nvSpPr>
                <p:spPr>
                  <a:xfrm>
                    <a:off x="4156814" y="4674487"/>
                    <a:ext cx="306173" cy="4308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𝒐</m:t>
                          </m:r>
                        </m:oMath>
                      </m:oMathPara>
                    </a14:m>
                    <a:endParaRPr lang="zh-CN" altLang="en-US" sz="3600" b="1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文本框 3">
                    <a:extLst>
                      <a:ext uri="{FF2B5EF4-FFF2-40B4-BE49-F238E27FC236}">
                        <a16:creationId xmlns:a16="http://schemas.microsoft.com/office/drawing/2014/main" id="{28E9D494-4373-4BD9-BEDF-32B6FA5D5FB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56814" y="4674487"/>
                    <a:ext cx="306173" cy="43088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7C70F05B-9D84-A8AC-F87B-AA701DF7D90D}"/>
                </a:ext>
              </a:extLst>
            </p:cNvPr>
            <p:cNvCxnSpPr/>
            <p:nvPr/>
          </p:nvCxnSpPr>
          <p:spPr>
            <a:xfrm>
              <a:off x="4474724" y="4531360"/>
              <a:ext cx="277101" cy="0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0479E583-0C79-D838-3F64-7128F2396132}"/>
                </a:ext>
              </a:extLst>
            </p:cNvPr>
            <p:cNvCxnSpPr/>
            <p:nvPr/>
          </p:nvCxnSpPr>
          <p:spPr>
            <a:xfrm>
              <a:off x="4471549" y="5309235"/>
              <a:ext cx="277101" cy="0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0400C796-9F72-EDC3-860A-3155A82983E1}"/>
              </a:ext>
            </a:extLst>
          </p:cNvPr>
          <p:cNvCxnSpPr>
            <a:cxnSpLocks/>
          </p:cNvCxnSpPr>
          <p:nvPr/>
        </p:nvCxnSpPr>
        <p:spPr>
          <a:xfrm>
            <a:off x="5632265" y="3770691"/>
            <a:ext cx="32400" cy="131400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978445F5-ACFF-A860-6978-13A6904A438C}"/>
                  </a:ext>
                </a:extLst>
              </p:cNvPr>
              <p:cNvSpPr txBox="1"/>
              <p:nvPr/>
            </p:nvSpPr>
            <p:spPr>
              <a:xfrm>
                <a:off x="4989158" y="3246172"/>
                <a:ext cx="148224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zh-CN" altLang="en-US" sz="44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978445F5-ACFF-A860-6978-13A6904A4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9158" y="3246172"/>
                <a:ext cx="1482241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EC8B33E5-05C0-BCAD-E5E0-73DC401C340B}"/>
              </a:ext>
            </a:extLst>
          </p:cNvPr>
          <p:cNvCxnSpPr>
            <a:cxnSpLocks/>
          </p:cNvCxnSpPr>
          <p:nvPr/>
        </p:nvCxnSpPr>
        <p:spPr>
          <a:xfrm flipH="1">
            <a:off x="5672968" y="5105374"/>
            <a:ext cx="1548000" cy="720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3201BADF-29BE-3044-2301-83849A837E56}"/>
              </a:ext>
            </a:extLst>
          </p:cNvPr>
          <p:cNvSpPr txBox="1"/>
          <p:nvPr/>
        </p:nvSpPr>
        <p:spPr>
          <a:xfrm>
            <a:off x="4823894" y="6040140"/>
            <a:ext cx="217283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Occluded Area</a:t>
            </a:r>
            <a:endParaRPr lang="zh-CN" altLang="en-US" sz="2800" b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DB1F38E-C127-57BD-65C9-FBE86D1C28CE}"/>
              </a:ext>
            </a:extLst>
          </p:cNvPr>
          <p:cNvSpPr txBox="1"/>
          <p:nvPr/>
        </p:nvSpPr>
        <p:spPr>
          <a:xfrm>
            <a:off x="7298924" y="3824051"/>
            <a:ext cx="10300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(0,0)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53">
                <a:extLst>
                  <a:ext uri="{FF2B5EF4-FFF2-40B4-BE49-F238E27FC236}">
                    <a16:creationId xmlns:a16="http://schemas.microsoft.com/office/drawing/2014/main" id="{BC2351D6-E01C-6A3E-D4D5-E9FADCDB1FF1}"/>
                  </a:ext>
                </a:extLst>
              </p:cNvPr>
              <p:cNvSpPr txBox="1"/>
              <p:nvPr/>
            </p:nvSpPr>
            <p:spPr>
              <a:xfrm>
                <a:off x="6996733" y="4989678"/>
                <a:ext cx="14250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altLang="zh-C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zh-CN" altLang="en-US" sz="44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" name="文本框 53">
                <a:extLst>
                  <a:ext uri="{FF2B5EF4-FFF2-40B4-BE49-F238E27FC236}">
                    <a16:creationId xmlns:a16="http://schemas.microsoft.com/office/drawing/2014/main" id="{BC2351D6-E01C-6A3E-D4D5-E9FADCDB1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6733" y="4989678"/>
                <a:ext cx="142503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椭圆 36">
            <a:extLst>
              <a:ext uri="{FF2B5EF4-FFF2-40B4-BE49-F238E27FC236}">
                <a16:creationId xmlns:a16="http://schemas.microsoft.com/office/drawing/2014/main" id="{1C56D715-E7B5-7392-E4B7-AD1F8B2F9102}"/>
              </a:ext>
            </a:extLst>
          </p:cNvPr>
          <p:cNvSpPr/>
          <p:nvPr/>
        </p:nvSpPr>
        <p:spPr>
          <a:xfrm>
            <a:off x="5585807" y="3733936"/>
            <a:ext cx="90000" cy="9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36">
            <a:extLst>
              <a:ext uri="{FF2B5EF4-FFF2-40B4-BE49-F238E27FC236}">
                <a16:creationId xmlns:a16="http://schemas.microsoft.com/office/drawing/2014/main" id="{BCCDFC4E-EA20-444C-21EB-F910F57F151C}"/>
              </a:ext>
            </a:extLst>
          </p:cNvPr>
          <p:cNvSpPr/>
          <p:nvPr/>
        </p:nvSpPr>
        <p:spPr>
          <a:xfrm>
            <a:off x="7175528" y="5054845"/>
            <a:ext cx="90000" cy="9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57079AA0-4D45-FB4B-AD5B-ECB17DEAE68D}"/>
              </a:ext>
            </a:extLst>
          </p:cNvPr>
          <p:cNvGrpSpPr/>
          <p:nvPr/>
        </p:nvGrpSpPr>
        <p:grpSpPr>
          <a:xfrm>
            <a:off x="6609870" y="4640867"/>
            <a:ext cx="1479252" cy="1420441"/>
            <a:chOff x="4496861" y="1698672"/>
            <a:chExt cx="2011757" cy="2037894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79C8D2EC-B922-EDFB-0EBD-D491D7283784}"/>
                </a:ext>
              </a:extLst>
            </p:cNvPr>
            <p:cNvSpPr/>
            <p:nvPr/>
          </p:nvSpPr>
          <p:spPr>
            <a:xfrm>
              <a:off x="4496861" y="2213567"/>
              <a:ext cx="2011753" cy="1522999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直角三角形 35">
              <a:extLst>
                <a:ext uri="{FF2B5EF4-FFF2-40B4-BE49-F238E27FC236}">
                  <a16:creationId xmlns:a16="http://schemas.microsoft.com/office/drawing/2014/main" id="{4729E54B-034A-55DD-4CF2-D7A0C58145EC}"/>
                </a:ext>
              </a:extLst>
            </p:cNvPr>
            <p:cNvSpPr/>
            <p:nvPr/>
          </p:nvSpPr>
          <p:spPr>
            <a:xfrm>
              <a:off x="4496861" y="1698672"/>
              <a:ext cx="2011757" cy="514892"/>
            </a:xfrm>
            <a:prstGeom prst="rtTriangle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09205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17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Calibri</vt:lpstr>
      <vt:lpstr>Cambria Math</vt:lpstr>
      <vt:lpstr>Office 主题​​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Tongyao Jia</dc:creator>
  <cp:lastModifiedBy>Tongyao Jia</cp:lastModifiedBy>
  <cp:revision>1</cp:revision>
  <dcterms:created xsi:type="dcterms:W3CDTF">2024-09-05T13:40:31Z</dcterms:created>
  <dcterms:modified xsi:type="dcterms:W3CDTF">2024-12-09T21:14:31Z</dcterms:modified>
</cp:coreProperties>
</file>